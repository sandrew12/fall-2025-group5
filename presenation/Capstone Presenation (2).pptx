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embeddedFontLst>
    <p:embeddedFont>
      <p:font typeface="Lexend SemiBold"/>
      <p:regular r:id="rId25"/>
      <p:bold r:id="rId26"/>
    </p:embeddedFont>
    <p:embeddedFont>
      <p:font typeface="Lexend Light"/>
      <p:regular r:id="rId27"/>
      <p:bold r:id="rId28"/>
    </p:embeddedFont>
    <p:embeddedFont>
      <p:font typeface="Lexend"/>
      <p:regular r:id="rId29"/>
      <p:bold r:id="rId30"/>
    </p:embeddedFont>
    <p:embeddedFont>
      <p:font typeface="Lexend ExtraLight"/>
      <p:regular r:id="rId31"/>
      <p:bold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exendExtraLight-regular.fntdata"/><Relationship Id="rId30" Type="http://schemas.openxmlformats.org/officeDocument/2006/relationships/font" Target="fonts/Lexend-bold.fntdata"/><Relationship Id="rId32" Type="http://schemas.openxmlformats.org/officeDocument/2006/relationships/font" Target="fonts/LexendExtraLight-bold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font" Target="fonts/LexendSemiBold-bold.fntdata"/><Relationship Id="rId25" Type="http://schemas.openxmlformats.org/officeDocument/2006/relationships/font" Target="fonts/LexendSemiBold-regular.fntdata"/><Relationship Id="rId28" Type="http://schemas.openxmlformats.org/officeDocument/2006/relationships/font" Target="fonts/LexendLight-bold.fntdata"/><Relationship Id="rId27" Type="http://schemas.openxmlformats.org/officeDocument/2006/relationships/font" Target="fonts/LexendLight-regular.fntdata"/><Relationship Id="rId29" Type="http://schemas.openxmlformats.org/officeDocument/2006/relationships/font" Target="fonts/Lexend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4cba46a96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34cba46a96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4cba46a96b_0_3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34cba46a96b_0_3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9bfd93f752_2_3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39bfd93f752_2_3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9bfd93f752_2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39bfd93f752_2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4cba46a96b_0_3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34cba46a96b_0_3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4cba46a96b_0_3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34cba46a96b_0_3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acf06e89d9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3acf06e89d9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acf06e89d9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3acf06e89d9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acf06e89d9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3acf06e89d9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acf06e89d9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3acf06e89d9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39bfd93f752_2_3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" name="Google Shape;430;g39bfd93f752_2_3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9bfd93f752_2_4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39bfd93f752_2_4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acf06e89d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3acf06e89d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acf06e89d9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3acf06e89d9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4cba46a96b_0_4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34cba46a96b_0_4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3acf06e89d9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g3acf06e89d9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acf06e89d9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3acf06e89d9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3acf06e89d9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3acf06e89d9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3acf06e89d9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3acf06e89d9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 algn="ctr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 algn="ctr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1150" lvl="3" marL="18288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_1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" name="Google Shape;53;p13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" name="Google Shape;54;p13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5" name="Google Shape;55;p13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6" name="Google Shape;56;p13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7" name="Google Shape;57;p13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8" name="Google Shape;58;p13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62" name="Google Shape;62;p14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_2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" name="Google Shape;66;p1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69" name="Google Shape;69;p1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0" name="Google Shape;70;p1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7" name="Google Shape;77;p16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8" name="Google Shape;78;p16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9" name="Google Shape;79;p16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83" name="Google Shape;83;p17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84" name="Google Shape;84;p17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85" name="Google Shape;85;p17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86" name="Google Shape;86;p1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7" name="Google Shape;87;p17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" name="Google Shape;88;p17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" name="Google Shape;89;p17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0" name="Google Shape;90;p17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18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7" name="Google Shape;97;p1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8" name="Google Shape;98;p1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9" name="Google Shape;99;p1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" name="Google Shape;10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3" name="Google Shape;103;p1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6" name="Google Shape;106;p2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7" name="Google Shape;107;p2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2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9" name="Google Shape;109;p2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10" name="Google Shape;110;p2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1" name="Google Shape;111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2" name="Google Shape;11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4" name="Google Shape;114;p2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5" name="Google Shape;115;p2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18" name="Google Shape;118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1" name="Google Shape;121;p22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2" name="Google Shape;122;p22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3" name="Google Shape;123;p22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4" name="Google Shape;124;p22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5" name="Google Shape;125;p22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6" name="Google Shape;126;p22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7" name="Google Shape;127;p22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22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9" name="Google Shape;129;p22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0" name="Google Shape;130;p22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duct Roadmap" type="title">
  <p:cSld name="TITLE">
    <p:bg>
      <p:bgPr>
        <a:solidFill>
          <a:schemeClr val="accent3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/>
          <p:nvPr>
            <p:ph idx="12" type="sldNum"/>
          </p:nvPr>
        </p:nvSpPr>
        <p:spPr>
          <a:xfrm>
            <a:off x="8359800" y="4851000"/>
            <a:ext cx="261300" cy="2925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 rtl="0" algn="ctr">
              <a:buNone/>
              <a:defRPr/>
            </a:lvl1pPr>
            <a:lvl2pPr lvl="1" rtl="0" algn="ctr">
              <a:buNone/>
              <a:defRPr/>
            </a:lvl2pPr>
            <a:lvl3pPr lvl="2" rtl="0" algn="ctr">
              <a:buNone/>
              <a:defRPr/>
            </a:lvl3pPr>
            <a:lvl4pPr lvl="3" rtl="0" algn="ctr">
              <a:buNone/>
              <a:defRPr/>
            </a:lvl4pPr>
            <a:lvl5pPr lvl="4" rtl="0" algn="ctr">
              <a:buNone/>
              <a:defRPr/>
            </a:lvl5pPr>
            <a:lvl6pPr lvl="5" rtl="0" algn="ctr">
              <a:buNone/>
              <a:defRPr/>
            </a:lvl6pPr>
            <a:lvl7pPr lvl="6" rtl="0" algn="ctr">
              <a:buNone/>
              <a:defRPr/>
            </a:lvl7pPr>
            <a:lvl8pPr lvl="7" rtl="0" algn="ctr">
              <a:buNone/>
              <a:defRPr/>
            </a:lvl8pPr>
            <a:lvl9pPr lvl="8" rtl="0" algn="ctr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3" name="Google Shape;133;p23"/>
          <p:cNvSpPr txBox="1"/>
          <p:nvPr>
            <p:ph type="title"/>
          </p:nvPr>
        </p:nvSpPr>
        <p:spPr>
          <a:xfrm>
            <a:off x="303700" y="355500"/>
            <a:ext cx="8421600" cy="119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4" name="Google Shape;134;p23"/>
          <p:cNvSpPr txBox="1"/>
          <p:nvPr>
            <p:ph idx="1" type="subTitle"/>
          </p:nvPr>
        </p:nvSpPr>
        <p:spPr>
          <a:xfrm>
            <a:off x="333400" y="2378453"/>
            <a:ext cx="3359100" cy="94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5" name="Google Shape;135;p23"/>
          <p:cNvSpPr txBox="1"/>
          <p:nvPr>
            <p:ph idx="2" type="body"/>
          </p:nvPr>
        </p:nvSpPr>
        <p:spPr>
          <a:xfrm>
            <a:off x="341375" y="4655800"/>
            <a:ext cx="2088300" cy="23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●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○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■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●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○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■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●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○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■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36" name="Google Shape;136;p23"/>
          <p:cNvSpPr txBox="1"/>
          <p:nvPr>
            <p:ph idx="3" type="sldNum"/>
          </p:nvPr>
        </p:nvSpPr>
        <p:spPr>
          <a:xfrm>
            <a:off x="8359800" y="4851000"/>
            <a:ext cx="261300" cy="292500"/>
          </a:xfrm>
          <a:prstGeom prst="rect">
            <a:avLst/>
          </a:prstGeom>
          <a:noFill/>
        </p:spPr>
        <p:txBody>
          <a:bodyPr anchorCtr="0" anchor="ctr" bIns="91425" lIns="0" spcFirstLastPara="1" rIns="0" wrap="square" tIns="0">
            <a:noAutofit/>
          </a:bodyPr>
          <a:lstStyle>
            <a:lvl1pPr lvl="0" rtl="0" algn="ctr">
              <a:buNone/>
              <a:defRPr>
                <a:solidFill>
                  <a:schemeClr val="accent3"/>
                </a:solidFill>
              </a:defRPr>
            </a:lvl1pPr>
            <a:lvl2pPr lvl="1" rtl="0" algn="ctr">
              <a:buNone/>
              <a:defRPr>
                <a:solidFill>
                  <a:schemeClr val="accent3"/>
                </a:solidFill>
              </a:defRPr>
            </a:lvl2pPr>
            <a:lvl3pPr lvl="2" rtl="0" algn="ctr">
              <a:buNone/>
              <a:defRPr>
                <a:solidFill>
                  <a:schemeClr val="accent3"/>
                </a:solidFill>
              </a:defRPr>
            </a:lvl3pPr>
            <a:lvl4pPr lvl="3" rtl="0" algn="ctr">
              <a:buNone/>
              <a:defRPr>
                <a:solidFill>
                  <a:schemeClr val="accent3"/>
                </a:solidFill>
              </a:defRPr>
            </a:lvl4pPr>
            <a:lvl5pPr lvl="4" rtl="0" algn="ctr">
              <a:buNone/>
              <a:defRPr>
                <a:solidFill>
                  <a:schemeClr val="accent3"/>
                </a:solidFill>
              </a:defRPr>
            </a:lvl5pPr>
            <a:lvl6pPr lvl="5" rtl="0" algn="ctr">
              <a:buNone/>
              <a:defRPr>
                <a:solidFill>
                  <a:schemeClr val="accent3"/>
                </a:solidFill>
              </a:defRPr>
            </a:lvl6pPr>
            <a:lvl7pPr lvl="6" rtl="0" algn="ctr">
              <a:buNone/>
              <a:defRPr>
                <a:solidFill>
                  <a:schemeClr val="accent3"/>
                </a:solidFill>
              </a:defRPr>
            </a:lvl7pPr>
            <a:lvl8pPr lvl="7" rtl="0" algn="ctr">
              <a:buNone/>
              <a:defRPr>
                <a:solidFill>
                  <a:schemeClr val="accent3"/>
                </a:solidFill>
              </a:defRPr>
            </a:lvl8pPr>
            <a:lvl9pPr lvl="8" rtl="0" algn="ctr">
              <a:buNone/>
              <a:defRPr>
                <a:solidFill>
                  <a:schemeClr val="accent3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7" name="Google Shape;137;p23"/>
          <p:cNvSpPr txBox="1"/>
          <p:nvPr>
            <p:ph idx="4" type="body"/>
          </p:nvPr>
        </p:nvSpPr>
        <p:spPr>
          <a:xfrm>
            <a:off x="2652248" y="4655800"/>
            <a:ext cx="1940700" cy="23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●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○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■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●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○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■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●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○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■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cxnSp>
        <p:nvCxnSpPr>
          <p:cNvPr id="138" name="Google Shape;138;p23"/>
          <p:cNvCxnSpPr/>
          <p:nvPr/>
        </p:nvCxnSpPr>
        <p:spPr>
          <a:xfrm>
            <a:off x="-3150" y="4448151"/>
            <a:ext cx="52323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39" name="Google Shape;139;p23"/>
          <p:cNvSpPr/>
          <p:nvPr>
            <p:ph idx="5" type="pic"/>
          </p:nvPr>
        </p:nvSpPr>
        <p:spPr>
          <a:xfrm>
            <a:off x="5229150" y="2509975"/>
            <a:ext cx="3914400" cy="263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837">
          <p15:clr>
            <a:srgbClr val="E46962"/>
          </p15:clr>
        </p15:guide>
        <p15:guide id="2" orient="horz" pos="1369">
          <p15:clr>
            <a:srgbClr val="E46962"/>
          </p15:clr>
        </p15:guide>
        <p15:guide id="3" orient="horz" pos="1581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/ Content" type="blank">
  <p:cSld name="BLANK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/>
          <p:nvPr>
            <p:ph type="title"/>
          </p:nvPr>
        </p:nvSpPr>
        <p:spPr>
          <a:xfrm>
            <a:off x="674916" y="289225"/>
            <a:ext cx="6598800" cy="103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Light"/>
              <a:buNone/>
              <a:defRPr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Light"/>
              <a:buNone/>
              <a:defRPr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Light"/>
              <a:buNone/>
              <a:defRPr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Light"/>
              <a:buNone/>
              <a:defRPr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Light"/>
              <a:buNone/>
              <a:defRPr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Light"/>
              <a:buNone/>
              <a:defRPr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Light"/>
              <a:buNone/>
              <a:defRPr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Light"/>
              <a:buNone/>
              <a:defRPr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CUSTOM_26">
    <p:bg>
      <p:bgPr>
        <a:solidFill>
          <a:schemeClr val="lt2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5"/>
          <p:cNvSpPr txBox="1"/>
          <p:nvPr>
            <p:ph type="title"/>
          </p:nvPr>
        </p:nvSpPr>
        <p:spPr>
          <a:xfrm>
            <a:off x="104400" y="3069000"/>
            <a:ext cx="7865400" cy="207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Font typeface="Lexend"/>
              <a:buNone/>
              <a:defRPr sz="8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44" name="Google Shape;144;p25"/>
          <p:cNvSpPr/>
          <p:nvPr>
            <p:ph idx="2" type="pic"/>
          </p:nvPr>
        </p:nvSpPr>
        <p:spPr>
          <a:xfrm>
            <a:off x="248250" y="256400"/>
            <a:ext cx="8647500" cy="2463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3115">
          <p15:clr>
            <a:srgbClr val="E46962"/>
          </p15:clr>
        </p15:guide>
        <p15:guide id="2" orient="horz" pos="3077">
          <p15:clr>
            <a:srgbClr val="E46962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CUSTOM_25_1">
    <p:bg>
      <p:bgPr>
        <a:solidFill>
          <a:schemeClr val="accent4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6"/>
          <p:cNvSpPr txBox="1"/>
          <p:nvPr>
            <p:ph type="title"/>
          </p:nvPr>
        </p:nvSpPr>
        <p:spPr>
          <a:xfrm>
            <a:off x="104400" y="150125"/>
            <a:ext cx="7883400" cy="201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Lexend"/>
              <a:buNone/>
              <a:defRPr sz="8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7" name="Google Shape;147;p26"/>
          <p:cNvSpPr/>
          <p:nvPr>
            <p:ph idx="2" type="pic"/>
          </p:nvPr>
        </p:nvSpPr>
        <p:spPr>
          <a:xfrm>
            <a:off x="248250" y="2425338"/>
            <a:ext cx="8647500" cy="2463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+ Phone mockup">
  <p:cSld name="CUSTOM_26_1">
    <p:bg>
      <p:bgPr>
        <a:solidFill>
          <a:schemeClr val="accent4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7"/>
          <p:cNvSpPr/>
          <p:nvPr/>
        </p:nvSpPr>
        <p:spPr>
          <a:xfrm rot="-5400000">
            <a:off x="5014800" y="1016575"/>
            <a:ext cx="5145600" cy="3112800"/>
          </a:xfrm>
          <a:prstGeom prst="round2SameRect">
            <a:avLst>
              <a:gd fmla="val 0" name="adj1"/>
              <a:gd fmla="val 0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7"/>
          <p:cNvSpPr/>
          <p:nvPr>
            <p:ph idx="2" type="pic"/>
          </p:nvPr>
        </p:nvSpPr>
        <p:spPr>
          <a:xfrm>
            <a:off x="6819050" y="857921"/>
            <a:ext cx="1598400" cy="3413100"/>
          </a:xfrm>
          <a:prstGeom prst="roundRect">
            <a:avLst>
              <a:gd fmla="val 11038" name="adj"/>
            </a:avLst>
          </a:prstGeom>
          <a:noFill/>
          <a:ln>
            <a:noFill/>
          </a:ln>
        </p:spPr>
      </p:sp>
      <p:sp>
        <p:nvSpPr>
          <p:cNvPr id="151" name="Google Shape;151;p27"/>
          <p:cNvSpPr txBox="1"/>
          <p:nvPr>
            <p:ph idx="1" type="body"/>
          </p:nvPr>
        </p:nvSpPr>
        <p:spPr>
          <a:xfrm>
            <a:off x="687900" y="292725"/>
            <a:ext cx="42150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152" name="Google Shape;152;p27"/>
          <p:cNvSpPr txBox="1"/>
          <p:nvPr>
            <p:ph type="title"/>
          </p:nvPr>
        </p:nvSpPr>
        <p:spPr>
          <a:xfrm>
            <a:off x="661575" y="424275"/>
            <a:ext cx="4241400" cy="8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3" name="Google Shape;153;p27"/>
          <p:cNvSpPr txBox="1"/>
          <p:nvPr>
            <p:ph idx="3" type="body"/>
          </p:nvPr>
        </p:nvSpPr>
        <p:spPr>
          <a:xfrm>
            <a:off x="661575" y="2514875"/>
            <a:ext cx="4300200" cy="21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●"/>
              <a:defRPr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○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■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●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○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■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●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○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■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+ Phone mockup 1">
  <p:cSld name="CUSTOM_28">
    <p:bg>
      <p:bgPr>
        <a:solidFill>
          <a:schemeClr val="accent3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8"/>
          <p:cNvSpPr/>
          <p:nvPr/>
        </p:nvSpPr>
        <p:spPr>
          <a:xfrm rot="-5400000">
            <a:off x="5014800" y="1016575"/>
            <a:ext cx="5145600" cy="3112800"/>
          </a:xfrm>
          <a:prstGeom prst="round2SameRect">
            <a:avLst>
              <a:gd fmla="val 0" name="adj1"/>
              <a:gd fmla="val 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8"/>
          <p:cNvSpPr txBox="1"/>
          <p:nvPr>
            <p:ph idx="1" type="body"/>
          </p:nvPr>
        </p:nvSpPr>
        <p:spPr>
          <a:xfrm>
            <a:off x="661575" y="2514875"/>
            <a:ext cx="4300200" cy="21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●"/>
              <a:defRPr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○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■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●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○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■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●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○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■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7" name="Google Shape;157;p28"/>
          <p:cNvSpPr txBox="1"/>
          <p:nvPr>
            <p:ph idx="2" type="body"/>
          </p:nvPr>
        </p:nvSpPr>
        <p:spPr>
          <a:xfrm>
            <a:off x="687900" y="292725"/>
            <a:ext cx="42150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158" name="Google Shape;158;p28"/>
          <p:cNvSpPr txBox="1"/>
          <p:nvPr>
            <p:ph type="title"/>
          </p:nvPr>
        </p:nvSpPr>
        <p:spPr>
          <a:xfrm>
            <a:off x="661575" y="424275"/>
            <a:ext cx="4241400" cy="8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9" name="Google Shape;159;p28"/>
          <p:cNvSpPr/>
          <p:nvPr>
            <p:ph idx="3" type="pic"/>
          </p:nvPr>
        </p:nvSpPr>
        <p:spPr>
          <a:xfrm>
            <a:off x="6819050" y="857921"/>
            <a:ext cx="1598400" cy="3413100"/>
          </a:xfrm>
          <a:prstGeom prst="roundRect">
            <a:avLst>
              <a:gd fmla="val 11038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+ Phone and Ipad mockup">
  <p:cSld name="CUSTOM_27">
    <p:bg>
      <p:bgPr>
        <a:solidFill>
          <a:schemeClr val="accent4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9"/>
          <p:cNvSpPr/>
          <p:nvPr>
            <p:ph idx="2" type="pic"/>
          </p:nvPr>
        </p:nvSpPr>
        <p:spPr>
          <a:xfrm>
            <a:off x="869088" y="1528242"/>
            <a:ext cx="1536600" cy="3262500"/>
          </a:xfrm>
          <a:prstGeom prst="roundRect">
            <a:avLst>
              <a:gd fmla="val 11038" name="adj"/>
            </a:avLst>
          </a:prstGeom>
          <a:noFill/>
          <a:ln>
            <a:noFill/>
          </a:ln>
        </p:spPr>
      </p:sp>
      <p:sp>
        <p:nvSpPr>
          <p:cNvPr id="162" name="Google Shape;162;p29"/>
          <p:cNvSpPr/>
          <p:nvPr>
            <p:ph idx="3" type="pic"/>
          </p:nvPr>
        </p:nvSpPr>
        <p:spPr>
          <a:xfrm>
            <a:off x="3913204" y="1528242"/>
            <a:ext cx="4587000" cy="3262500"/>
          </a:xfrm>
          <a:prstGeom prst="roundRect">
            <a:avLst>
              <a:gd fmla="val 4639" name="adj"/>
            </a:avLst>
          </a:prstGeom>
          <a:noFill/>
          <a:ln>
            <a:noFill/>
          </a:ln>
        </p:spPr>
      </p:sp>
      <p:sp>
        <p:nvSpPr>
          <p:cNvPr id="163" name="Google Shape;163;p29"/>
          <p:cNvSpPr txBox="1"/>
          <p:nvPr>
            <p:ph idx="1" type="body"/>
          </p:nvPr>
        </p:nvSpPr>
        <p:spPr>
          <a:xfrm>
            <a:off x="4574425" y="271875"/>
            <a:ext cx="3908700" cy="60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64" name="Google Shape;164;p29"/>
          <p:cNvSpPr txBox="1"/>
          <p:nvPr>
            <p:ph idx="4" type="body"/>
          </p:nvPr>
        </p:nvSpPr>
        <p:spPr>
          <a:xfrm>
            <a:off x="687900" y="292725"/>
            <a:ext cx="34125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165" name="Google Shape;165;p29"/>
          <p:cNvSpPr txBox="1"/>
          <p:nvPr>
            <p:ph type="title"/>
          </p:nvPr>
        </p:nvSpPr>
        <p:spPr>
          <a:xfrm>
            <a:off x="661575" y="424275"/>
            <a:ext cx="3438900" cy="8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duction 1">
  <p:cSld name="CUSTOM_1_1">
    <p:bg>
      <p:bgPr>
        <a:solidFill>
          <a:schemeClr val="accent3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0"/>
          <p:cNvSpPr txBox="1"/>
          <p:nvPr>
            <p:ph idx="1" type="body"/>
          </p:nvPr>
        </p:nvSpPr>
        <p:spPr>
          <a:xfrm>
            <a:off x="887306" y="2097422"/>
            <a:ext cx="2922000" cy="21522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ExtraLight"/>
              <a:buChar char="●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168" name="Google Shape;168;p30"/>
          <p:cNvSpPr txBox="1"/>
          <p:nvPr>
            <p:ph idx="2" type="subTitle"/>
          </p:nvPr>
        </p:nvSpPr>
        <p:spPr>
          <a:xfrm>
            <a:off x="904390" y="1077175"/>
            <a:ext cx="29283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9" name="Google Shape;169;p30"/>
          <p:cNvSpPr txBox="1"/>
          <p:nvPr>
            <p:ph idx="3" type="body"/>
          </p:nvPr>
        </p:nvSpPr>
        <p:spPr>
          <a:xfrm>
            <a:off x="904890" y="901275"/>
            <a:ext cx="2927700" cy="1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/ Company Overview">
  <p:cSld name="CUSTOM_2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1"/>
          <p:cNvSpPr txBox="1"/>
          <p:nvPr>
            <p:ph idx="1" type="body"/>
          </p:nvPr>
        </p:nvSpPr>
        <p:spPr>
          <a:xfrm>
            <a:off x="687900" y="292725"/>
            <a:ext cx="32331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172" name="Google Shape;172;p31"/>
          <p:cNvSpPr txBox="1"/>
          <p:nvPr>
            <p:ph type="title"/>
          </p:nvPr>
        </p:nvSpPr>
        <p:spPr>
          <a:xfrm>
            <a:off x="661574" y="424278"/>
            <a:ext cx="5151300" cy="8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31"/>
          <p:cNvSpPr/>
          <p:nvPr>
            <p:ph idx="2" type="pic"/>
          </p:nvPr>
        </p:nvSpPr>
        <p:spPr>
          <a:xfrm>
            <a:off x="1566125" y="1676025"/>
            <a:ext cx="1307100" cy="19644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31"/>
          <p:cNvSpPr/>
          <p:nvPr>
            <p:ph idx="3" type="pic"/>
          </p:nvPr>
        </p:nvSpPr>
        <p:spPr>
          <a:xfrm>
            <a:off x="3395300" y="809450"/>
            <a:ext cx="1307100" cy="1964400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31"/>
          <p:cNvSpPr/>
          <p:nvPr>
            <p:ph idx="4" type="pic"/>
          </p:nvPr>
        </p:nvSpPr>
        <p:spPr>
          <a:xfrm>
            <a:off x="5225075" y="1667413"/>
            <a:ext cx="1307100" cy="1964400"/>
          </a:xfrm>
          <a:prstGeom prst="rect">
            <a:avLst/>
          </a:prstGeom>
          <a:noFill/>
          <a:ln>
            <a:noFill/>
          </a:ln>
        </p:spPr>
      </p:sp>
      <p:sp>
        <p:nvSpPr>
          <p:cNvPr id="176" name="Google Shape;176;p31"/>
          <p:cNvSpPr/>
          <p:nvPr>
            <p:ph idx="5" type="pic"/>
          </p:nvPr>
        </p:nvSpPr>
        <p:spPr>
          <a:xfrm>
            <a:off x="7053150" y="794238"/>
            <a:ext cx="1307100" cy="1964400"/>
          </a:xfrm>
          <a:prstGeom prst="rect">
            <a:avLst/>
          </a:prstGeom>
          <a:noFill/>
          <a:ln>
            <a:noFill/>
          </a:ln>
        </p:spPr>
      </p:sp>
      <p:sp>
        <p:nvSpPr>
          <p:cNvPr id="177" name="Google Shape;177;p31"/>
          <p:cNvSpPr/>
          <p:nvPr>
            <p:ph idx="6" type="pic"/>
          </p:nvPr>
        </p:nvSpPr>
        <p:spPr>
          <a:xfrm>
            <a:off x="2610832" y="3971450"/>
            <a:ext cx="314700" cy="314700"/>
          </a:xfrm>
          <a:prstGeom prst="rect">
            <a:avLst/>
          </a:prstGeom>
          <a:noFill/>
          <a:ln>
            <a:noFill/>
          </a:ln>
        </p:spPr>
      </p:sp>
      <p:sp>
        <p:nvSpPr>
          <p:cNvPr id="178" name="Google Shape;178;p31"/>
          <p:cNvSpPr/>
          <p:nvPr>
            <p:ph idx="7" type="pic"/>
          </p:nvPr>
        </p:nvSpPr>
        <p:spPr>
          <a:xfrm>
            <a:off x="4435557" y="3089450"/>
            <a:ext cx="314700" cy="314700"/>
          </a:xfrm>
          <a:prstGeom prst="rect">
            <a:avLst/>
          </a:prstGeom>
          <a:noFill/>
          <a:ln>
            <a:noFill/>
          </a:ln>
        </p:spPr>
      </p:sp>
      <p:sp>
        <p:nvSpPr>
          <p:cNvPr id="179" name="Google Shape;179;p31"/>
          <p:cNvSpPr/>
          <p:nvPr>
            <p:ph idx="8" type="pic"/>
          </p:nvPr>
        </p:nvSpPr>
        <p:spPr>
          <a:xfrm>
            <a:off x="6267632" y="3957713"/>
            <a:ext cx="314700" cy="314700"/>
          </a:xfrm>
          <a:prstGeom prst="rect">
            <a:avLst/>
          </a:prstGeom>
          <a:noFill/>
          <a:ln>
            <a:noFill/>
          </a:ln>
        </p:spPr>
      </p:sp>
      <p:sp>
        <p:nvSpPr>
          <p:cNvPr id="180" name="Google Shape;180;p31"/>
          <p:cNvSpPr/>
          <p:nvPr>
            <p:ph idx="9" type="pic"/>
          </p:nvPr>
        </p:nvSpPr>
        <p:spPr>
          <a:xfrm>
            <a:off x="8095257" y="3103050"/>
            <a:ext cx="314700" cy="3147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sion + 1 Image">
  <p:cSld name="CUSTOM_3">
    <p:bg>
      <p:bgPr>
        <a:solidFill>
          <a:schemeClr val="lt2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2"/>
          <p:cNvSpPr txBox="1"/>
          <p:nvPr>
            <p:ph idx="1" type="body"/>
          </p:nvPr>
        </p:nvSpPr>
        <p:spPr>
          <a:xfrm>
            <a:off x="687900" y="292725"/>
            <a:ext cx="42150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183" name="Google Shape;183;p32"/>
          <p:cNvSpPr txBox="1"/>
          <p:nvPr>
            <p:ph type="title"/>
          </p:nvPr>
        </p:nvSpPr>
        <p:spPr>
          <a:xfrm>
            <a:off x="661575" y="424275"/>
            <a:ext cx="4241400" cy="8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4" name="Google Shape;184;p32"/>
          <p:cNvSpPr/>
          <p:nvPr>
            <p:ph idx="2" type="pic"/>
          </p:nvPr>
        </p:nvSpPr>
        <p:spPr>
          <a:xfrm>
            <a:off x="5543049" y="659425"/>
            <a:ext cx="2883000" cy="3846600"/>
          </a:xfrm>
          <a:prstGeom prst="rect">
            <a:avLst/>
          </a:prstGeom>
          <a:noFill/>
          <a:ln>
            <a:noFill/>
          </a:ln>
        </p:spPr>
      </p:sp>
      <p:sp>
        <p:nvSpPr>
          <p:cNvPr id="185" name="Google Shape;185;p32"/>
          <p:cNvSpPr txBox="1"/>
          <p:nvPr>
            <p:ph idx="3" type="body"/>
          </p:nvPr>
        </p:nvSpPr>
        <p:spPr>
          <a:xfrm>
            <a:off x="709950" y="2234700"/>
            <a:ext cx="3732600" cy="175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Font typeface="Lexend Light"/>
              <a:buChar char="●"/>
              <a:defRPr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Font typeface="Lexend Light"/>
              <a:buChar char="○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Font typeface="Lexend Light"/>
              <a:buChar char="■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Font typeface="Lexend Light"/>
              <a:buChar char="●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Font typeface="Lexend Light"/>
              <a:buChar char="○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Font typeface="Lexend Light"/>
              <a:buChar char="■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Font typeface="Lexend Light"/>
              <a:buChar char="●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Font typeface="Lexend Light"/>
              <a:buChar char="○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Font typeface="Lexend Light"/>
              <a:buChar char="■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als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3"/>
          <p:cNvSpPr txBox="1"/>
          <p:nvPr>
            <p:ph idx="1" type="body"/>
          </p:nvPr>
        </p:nvSpPr>
        <p:spPr>
          <a:xfrm>
            <a:off x="687900" y="292725"/>
            <a:ext cx="32331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188" name="Google Shape;188;p33"/>
          <p:cNvSpPr txBox="1"/>
          <p:nvPr>
            <p:ph type="title"/>
          </p:nvPr>
        </p:nvSpPr>
        <p:spPr>
          <a:xfrm>
            <a:off x="661575" y="424275"/>
            <a:ext cx="2662200" cy="8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33"/>
          <p:cNvSpPr txBox="1"/>
          <p:nvPr>
            <p:ph idx="2" type="body"/>
          </p:nvPr>
        </p:nvSpPr>
        <p:spPr>
          <a:xfrm>
            <a:off x="4102775" y="3593450"/>
            <a:ext cx="4464900" cy="6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190" name="Google Shape;190;p33"/>
          <p:cNvSpPr txBox="1"/>
          <p:nvPr>
            <p:ph idx="3" type="body"/>
          </p:nvPr>
        </p:nvSpPr>
        <p:spPr>
          <a:xfrm>
            <a:off x="4102775" y="2858576"/>
            <a:ext cx="4464900" cy="6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191" name="Google Shape;191;p33"/>
          <p:cNvSpPr txBox="1"/>
          <p:nvPr>
            <p:ph idx="4" type="body"/>
          </p:nvPr>
        </p:nvSpPr>
        <p:spPr>
          <a:xfrm>
            <a:off x="4102775" y="2135618"/>
            <a:ext cx="4464900" cy="6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192" name="Google Shape;192;p33"/>
          <p:cNvSpPr txBox="1"/>
          <p:nvPr>
            <p:ph idx="5" type="body"/>
          </p:nvPr>
        </p:nvSpPr>
        <p:spPr>
          <a:xfrm>
            <a:off x="4102775" y="1406300"/>
            <a:ext cx="4464900" cy="6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193" name="Google Shape;193;p33"/>
          <p:cNvSpPr/>
          <p:nvPr>
            <p:ph idx="6" type="pic"/>
          </p:nvPr>
        </p:nvSpPr>
        <p:spPr>
          <a:xfrm>
            <a:off x="3444503" y="1501476"/>
            <a:ext cx="378600" cy="37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94" name="Google Shape;194;p33"/>
          <p:cNvSpPr/>
          <p:nvPr>
            <p:ph idx="7" type="pic"/>
          </p:nvPr>
        </p:nvSpPr>
        <p:spPr>
          <a:xfrm>
            <a:off x="3444503" y="2225251"/>
            <a:ext cx="378600" cy="37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95" name="Google Shape;195;p33"/>
          <p:cNvSpPr/>
          <p:nvPr>
            <p:ph idx="8" type="pic"/>
          </p:nvPr>
        </p:nvSpPr>
        <p:spPr>
          <a:xfrm>
            <a:off x="3444503" y="2946251"/>
            <a:ext cx="378600" cy="37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96" name="Google Shape;196;p33"/>
          <p:cNvSpPr/>
          <p:nvPr>
            <p:ph idx="9" type="pic"/>
          </p:nvPr>
        </p:nvSpPr>
        <p:spPr>
          <a:xfrm>
            <a:off x="3444503" y="3667251"/>
            <a:ext cx="378600" cy="3786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antt Chart">
  <p:cSld name="CUSTOM_6">
    <p:bg>
      <p:bgPr>
        <a:solidFill>
          <a:schemeClr val="lt1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4"/>
          <p:cNvSpPr txBox="1"/>
          <p:nvPr>
            <p:ph idx="1" type="body"/>
          </p:nvPr>
        </p:nvSpPr>
        <p:spPr>
          <a:xfrm>
            <a:off x="687900" y="292725"/>
            <a:ext cx="32331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●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○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■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●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○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■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●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○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■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199" name="Google Shape;199;p34"/>
          <p:cNvSpPr txBox="1"/>
          <p:nvPr>
            <p:ph idx="2" type="subTitle"/>
          </p:nvPr>
        </p:nvSpPr>
        <p:spPr>
          <a:xfrm>
            <a:off x="689050" y="531800"/>
            <a:ext cx="16071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lestones">
  <p:cSld name="CUSTOM_7">
    <p:bg>
      <p:bgPr>
        <a:solidFill>
          <a:schemeClr val="accent4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5"/>
          <p:cNvSpPr txBox="1"/>
          <p:nvPr>
            <p:ph idx="1" type="body"/>
          </p:nvPr>
        </p:nvSpPr>
        <p:spPr>
          <a:xfrm>
            <a:off x="687900" y="292725"/>
            <a:ext cx="32331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02" name="Google Shape;202;p35"/>
          <p:cNvSpPr txBox="1"/>
          <p:nvPr>
            <p:ph idx="2" type="subTitle"/>
          </p:nvPr>
        </p:nvSpPr>
        <p:spPr>
          <a:xfrm>
            <a:off x="689050" y="531808"/>
            <a:ext cx="32331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3" name="Google Shape;203;p35"/>
          <p:cNvSpPr/>
          <p:nvPr>
            <p:ph idx="3" type="pic"/>
          </p:nvPr>
        </p:nvSpPr>
        <p:spPr>
          <a:xfrm>
            <a:off x="863700" y="1479225"/>
            <a:ext cx="738900" cy="738900"/>
          </a:xfrm>
          <a:prstGeom prst="rect">
            <a:avLst/>
          </a:prstGeom>
          <a:noFill/>
          <a:ln>
            <a:noFill/>
          </a:ln>
        </p:spPr>
      </p:sp>
      <p:sp>
        <p:nvSpPr>
          <p:cNvPr id="204" name="Google Shape;204;p35"/>
          <p:cNvSpPr txBox="1"/>
          <p:nvPr>
            <p:ph idx="4" type="body"/>
          </p:nvPr>
        </p:nvSpPr>
        <p:spPr>
          <a:xfrm>
            <a:off x="1774150" y="1561925"/>
            <a:ext cx="2430600" cy="86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205" name="Google Shape;205;p35"/>
          <p:cNvSpPr txBox="1"/>
          <p:nvPr>
            <p:ph idx="5" type="subTitle"/>
          </p:nvPr>
        </p:nvSpPr>
        <p:spPr>
          <a:xfrm>
            <a:off x="1774950" y="1364175"/>
            <a:ext cx="24306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6" name="Google Shape;206;p35"/>
          <p:cNvSpPr/>
          <p:nvPr>
            <p:ph idx="6" type="pic"/>
          </p:nvPr>
        </p:nvSpPr>
        <p:spPr>
          <a:xfrm>
            <a:off x="5120475" y="1479225"/>
            <a:ext cx="738900" cy="738900"/>
          </a:xfrm>
          <a:prstGeom prst="rect">
            <a:avLst/>
          </a:prstGeom>
          <a:noFill/>
          <a:ln>
            <a:noFill/>
          </a:ln>
        </p:spPr>
      </p:sp>
      <p:sp>
        <p:nvSpPr>
          <p:cNvPr id="207" name="Google Shape;207;p35"/>
          <p:cNvSpPr txBox="1"/>
          <p:nvPr>
            <p:ph idx="7" type="body"/>
          </p:nvPr>
        </p:nvSpPr>
        <p:spPr>
          <a:xfrm>
            <a:off x="6030925" y="1561925"/>
            <a:ext cx="2430600" cy="86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208" name="Google Shape;208;p35"/>
          <p:cNvSpPr txBox="1"/>
          <p:nvPr>
            <p:ph idx="8" type="subTitle"/>
          </p:nvPr>
        </p:nvSpPr>
        <p:spPr>
          <a:xfrm>
            <a:off x="6031725" y="1364175"/>
            <a:ext cx="24306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9" name="Google Shape;209;p35"/>
          <p:cNvSpPr/>
          <p:nvPr>
            <p:ph idx="9" type="pic"/>
          </p:nvPr>
        </p:nvSpPr>
        <p:spPr>
          <a:xfrm>
            <a:off x="863700" y="3308611"/>
            <a:ext cx="738900" cy="738900"/>
          </a:xfrm>
          <a:prstGeom prst="rect">
            <a:avLst/>
          </a:prstGeom>
          <a:noFill/>
          <a:ln>
            <a:noFill/>
          </a:ln>
        </p:spPr>
      </p:sp>
      <p:sp>
        <p:nvSpPr>
          <p:cNvPr id="210" name="Google Shape;210;p35"/>
          <p:cNvSpPr txBox="1"/>
          <p:nvPr>
            <p:ph idx="13" type="body"/>
          </p:nvPr>
        </p:nvSpPr>
        <p:spPr>
          <a:xfrm>
            <a:off x="1774150" y="3391311"/>
            <a:ext cx="2430600" cy="86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211" name="Google Shape;211;p35"/>
          <p:cNvSpPr txBox="1"/>
          <p:nvPr>
            <p:ph idx="14" type="subTitle"/>
          </p:nvPr>
        </p:nvSpPr>
        <p:spPr>
          <a:xfrm>
            <a:off x="1774950" y="3193561"/>
            <a:ext cx="24306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2" name="Google Shape;212;p35"/>
          <p:cNvSpPr/>
          <p:nvPr>
            <p:ph idx="15" type="pic"/>
          </p:nvPr>
        </p:nvSpPr>
        <p:spPr>
          <a:xfrm>
            <a:off x="5120475" y="3308611"/>
            <a:ext cx="738900" cy="738900"/>
          </a:xfrm>
          <a:prstGeom prst="rect">
            <a:avLst/>
          </a:prstGeom>
          <a:noFill/>
          <a:ln>
            <a:noFill/>
          </a:ln>
        </p:spPr>
      </p:sp>
      <p:sp>
        <p:nvSpPr>
          <p:cNvPr id="213" name="Google Shape;213;p35"/>
          <p:cNvSpPr txBox="1"/>
          <p:nvPr>
            <p:ph idx="16" type="body"/>
          </p:nvPr>
        </p:nvSpPr>
        <p:spPr>
          <a:xfrm>
            <a:off x="6030925" y="3391311"/>
            <a:ext cx="2430600" cy="86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214" name="Google Shape;214;p35"/>
          <p:cNvSpPr txBox="1"/>
          <p:nvPr>
            <p:ph idx="17" type="subTitle"/>
          </p:nvPr>
        </p:nvSpPr>
        <p:spPr>
          <a:xfrm>
            <a:off x="6031725" y="3193561"/>
            <a:ext cx="24306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V1">
  <p:cSld name="CUSTOM_8">
    <p:bg>
      <p:bgPr>
        <a:solidFill>
          <a:schemeClr val="accent3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6"/>
          <p:cNvSpPr txBox="1"/>
          <p:nvPr>
            <p:ph type="title"/>
          </p:nvPr>
        </p:nvSpPr>
        <p:spPr>
          <a:xfrm>
            <a:off x="640336" y="3853289"/>
            <a:ext cx="5339700" cy="8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36"/>
          <p:cNvSpPr/>
          <p:nvPr>
            <p:ph idx="2" type="pic"/>
          </p:nvPr>
        </p:nvSpPr>
        <p:spPr>
          <a:xfrm>
            <a:off x="1224650" y="2088671"/>
            <a:ext cx="413400" cy="413400"/>
          </a:xfrm>
          <a:prstGeom prst="rect">
            <a:avLst/>
          </a:prstGeom>
          <a:noFill/>
          <a:ln>
            <a:noFill/>
          </a:ln>
        </p:spPr>
      </p:sp>
      <p:sp>
        <p:nvSpPr>
          <p:cNvPr id="218" name="Google Shape;218;p36"/>
          <p:cNvSpPr/>
          <p:nvPr>
            <p:ph idx="3" type="pic"/>
          </p:nvPr>
        </p:nvSpPr>
        <p:spPr>
          <a:xfrm>
            <a:off x="3105050" y="2088671"/>
            <a:ext cx="413400" cy="413400"/>
          </a:xfrm>
          <a:prstGeom prst="rect">
            <a:avLst/>
          </a:prstGeom>
          <a:noFill/>
          <a:ln>
            <a:noFill/>
          </a:ln>
        </p:spPr>
      </p:sp>
      <p:sp>
        <p:nvSpPr>
          <p:cNvPr id="219" name="Google Shape;219;p36"/>
          <p:cNvSpPr/>
          <p:nvPr>
            <p:ph idx="4" type="pic"/>
          </p:nvPr>
        </p:nvSpPr>
        <p:spPr>
          <a:xfrm>
            <a:off x="4998488" y="2088671"/>
            <a:ext cx="413400" cy="413400"/>
          </a:xfrm>
          <a:prstGeom prst="rect">
            <a:avLst/>
          </a:prstGeom>
          <a:noFill/>
          <a:ln>
            <a:noFill/>
          </a:ln>
        </p:spPr>
      </p:sp>
      <p:sp>
        <p:nvSpPr>
          <p:cNvPr id="220" name="Google Shape;220;p36"/>
          <p:cNvSpPr/>
          <p:nvPr>
            <p:ph idx="5" type="pic"/>
          </p:nvPr>
        </p:nvSpPr>
        <p:spPr>
          <a:xfrm>
            <a:off x="6891938" y="2088671"/>
            <a:ext cx="413400" cy="413400"/>
          </a:xfrm>
          <a:prstGeom prst="rect">
            <a:avLst/>
          </a:prstGeom>
          <a:noFill/>
          <a:ln>
            <a:noFill/>
          </a:ln>
        </p:spPr>
      </p:sp>
      <p:sp>
        <p:nvSpPr>
          <p:cNvPr id="221" name="Google Shape;221;p36"/>
          <p:cNvSpPr txBox="1"/>
          <p:nvPr>
            <p:ph idx="1" type="body"/>
          </p:nvPr>
        </p:nvSpPr>
        <p:spPr>
          <a:xfrm>
            <a:off x="700775" y="4573925"/>
            <a:ext cx="53064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V2">
  <p:cSld name="CUSTOM_9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7"/>
          <p:cNvSpPr txBox="1"/>
          <p:nvPr>
            <p:ph type="title"/>
          </p:nvPr>
        </p:nvSpPr>
        <p:spPr>
          <a:xfrm>
            <a:off x="640336" y="3853289"/>
            <a:ext cx="5339700" cy="8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37"/>
          <p:cNvSpPr txBox="1"/>
          <p:nvPr>
            <p:ph idx="1" type="body"/>
          </p:nvPr>
        </p:nvSpPr>
        <p:spPr>
          <a:xfrm>
            <a:off x="700775" y="4573925"/>
            <a:ext cx="53064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arterly Calendar">
  <p:cSld name="CUSTOM_10">
    <p:bg>
      <p:bgPr>
        <a:solidFill>
          <a:schemeClr val="lt1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8"/>
          <p:cNvSpPr/>
          <p:nvPr/>
        </p:nvSpPr>
        <p:spPr>
          <a:xfrm>
            <a:off x="4700100" y="0"/>
            <a:ext cx="44439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38"/>
          <p:cNvSpPr txBox="1"/>
          <p:nvPr>
            <p:ph idx="1" type="body"/>
          </p:nvPr>
        </p:nvSpPr>
        <p:spPr>
          <a:xfrm>
            <a:off x="687900" y="292725"/>
            <a:ext cx="32331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●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○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■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●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○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■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●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○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■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28" name="Google Shape;228;p38"/>
          <p:cNvSpPr txBox="1"/>
          <p:nvPr>
            <p:ph idx="2" type="subTitle"/>
          </p:nvPr>
        </p:nvSpPr>
        <p:spPr>
          <a:xfrm>
            <a:off x="689050" y="531800"/>
            <a:ext cx="15072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9" name="Google Shape;229;p38"/>
          <p:cNvSpPr/>
          <p:nvPr>
            <p:ph idx="3" type="pic"/>
          </p:nvPr>
        </p:nvSpPr>
        <p:spPr>
          <a:xfrm>
            <a:off x="5299922" y="644675"/>
            <a:ext cx="273600" cy="273600"/>
          </a:xfrm>
          <a:prstGeom prst="rect">
            <a:avLst/>
          </a:prstGeom>
          <a:noFill/>
          <a:ln>
            <a:noFill/>
          </a:ln>
        </p:spPr>
      </p:sp>
      <p:sp>
        <p:nvSpPr>
          <p:cNvPr id="230" name="Google Shape;230;p38"/>
          <p:cNvSpPr/>
          <p:nvPr>
            <p:ph idx="4" type="pic"/>
          </p:nvPr>
        </p:nvSpPr>
        <p:spPr>
          <a:xfrm>
            <a:off x="5299922" y="1678237"/>
            <a:ext cx="273600" cy="273600"/>
          </a:xfrm>
          <a:prstGeom prst="rect">
            <a:avLst/>
          </a:prstGeom>
          <a:noFill/>
          <a:ln>
            <a:noFill/>
          </a:ln>
        </p:spPr>
      </p:sp>
      <p:sp>
        <p:nvSpPr>
          <p:cNvPr id="231" name="Google Shape;231;p38"/>
          <p:cNvSpPr txBox="1"/>
          <p:nvPr>
            <p:ph idx="5" type="body"/>
          </p:nvPr>
        </p:nvSpPr>
        <p:spPr>
          <a:xfrm>
            <a:off x="5529550" y="557100"/>
            <a:ext cx="30915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32" name="Google Shape;232;p38"/>
          <p:cNvSpPr txBox="1"/>
          <p:nvPr>
            <p:ph idx="6" type="body"/>
          </p:nvPr>
        </p:nvSpPr>
        <p:spPr>
          <a:xfrm>
            <a:off x="5529554" y="678452"/>
            <a:ext cx="3091500" cy="68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233" name="Google Shape;233;p38"/>
          <p:cNvSpPr txBox="1"/>
          <p:nvPr>
            <p:ph idx="7" type="body"/>
          </p:nvPr>
        </p:nvSpPr>
        <p:spPr>
          <a:xfrm>
            <a:off x="5529550" y="1636031"/>
            <a:ext cx="30915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34" name="Google Shape;234;p38"/>
          <p:cNvSpPr txBox="1"/>
          <p:nvPr>
            <p:ph idx="8" type="body"/>
          </p:nvPr>
        </p:nvSpPr>
        <p:spPr>
          <a:xfrm>
            <a:off x="5529554" y="1757384"/>
            <a:ext cx="3091500" cy="68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235" name="Google Shape;235;p38"/>
          <p:cNvSpPr/>
          <p:nvPr>
            <p:ph idx="9" type="pic"/>
          </p:nvPr>
        </p:nvSpPr>
        <p:spPr>
          <a:xfrm>
            <a:off x="5299922" y="2765266"/>
            <a:ext cx="273600" cy="273600"/>
          </a:xfrm>
          <a:prstGeom prst="rect">
            <a:avLst/>
          </a:prstGeom>
          <a:noFill/>
          <a:ln>
            <a:noFill/>
          </a:ln>
        </p:spPr>
      </p:sp>
      <p:sp>
        <p:nvSpPr>
          <p:cNvPr id="236" name="Google Shape;236;p38"/>
          <p:cNvSpPr txBox="1"/>
          <p:nvPr>
            <p:ph idx="13" type="body"/>
          </p:nvPr>
        </p:nvSpPr>
        <p:spPr>
          <a:xfrm>
            <a:off x="5529550" y="2723054"/>
            <a:ext cx="30915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37" name="Google Shape;237;p38"/>
          <p:cNvSpPr txBox="1"/>
          <p:nvPr>
            <p:ph idx="14" type="body"/>
          </p:nvPr>
        </p:nvSpPr>
        <p:spPr>
          <a:xfrm>
            <a:off x="5529554" y="2844406"/>
            <a:ext cx="3091500" cy="68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238" name="Google Shape;238;p38"/>
          <p:cNvSpPr/>
          <p:nvPr>
            <p:ph idx="15" type="pic"/>
          </p:nvPr>
        </p:nvSpPr>
        <p:spPr>
          <a:xfrm>
            <a:off x="5299922" y="3852616"/>
            <a:ext cx="273600" cy="273600"/>
          </a:xfrm>
          <a:prstGeom prst="rect">
            <a:avLst/>
          </a:prstGeom>
          <a:noFill/>
          <a:ln>
            <a:noFill/>
          </a:ln>
        </p:spPr>
      </p:sp>
      <p:sp>
        <p:nvSpPr>
          <p:cNvPr id="239" name="Google Shape;239;p38"/>
          <p:cNvSpPr txBox="1"/>
          <p:nvPr>
            <p:ph idx="16" type="body"/>
          </p:nvPr>
        </p:nvSpPr>
        <p:spPr>
          <a:xfrm>
            <a:off x="5529550" y="3810398"/>
            <a:ext cx="30915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40" name="Google Shape;240;p38"/>
          <p:cNvSpPr txBox="1"/>
          <p:nvPr>
            <p:ph idx="17" type="body"/>
          </p:nvPr>
        </p:nvSpPr>
        <p:spPr>
          <a:xfrm>
            <a:off x="5529554" y="3931751"/>
            <a:ext cx="3091500" cy="68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rds">
  <p:cSld name="CUSTOM_11">
    <p:bg>
      <p:bgPr>
        <a:solidFill>
          <a:schemeClr val="accent3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9"/>
          <p:cNvSpPr txBox="1"/>
          <p:nvPr>
            <p:ph idx="1" type="body"/>
          </p:nvPr>
        </p:nvSpPr>
        <p:spPr>
          <a:xfrm>
            <a:off x="687900" y="292725"/>
            <a:ext cx="32331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43" name="Google Shape;243;p39"/>
          <p:cNvSpPr txBox="1"/>
          <p:nvPr>
            <p:ph type="title"/>
          </p:nvPr>
        </p:nvSpPr>
        <p:spPr>
          <a:xfrm>
            <a:off x="661574" y="424278"/>
            <a:ext cx="5151300" cy="8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p39"/>
          <p:cNvSpPr txBox="1"/>
          <p:nvPr>
            <p:ph idx="2" type="body"/>
          </p:nvPr>
        </p:nvSpPr>
        <p:spPr>
          <a:xfrm>
            <a:off x="687900" y="1296524"/>
            <a:ext cx="1446000" cy="3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●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○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■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●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○"/>
              <a:defRPr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■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●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○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■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45" name="Google Shape;245;p39"/>
          <p:cNvSpPr txBox="1"/>
          <p:nvPr>
            <p:ph idx="3" type="body"/>
          </p:nvPr>
        </p:nvSpPr>
        <p:spPr>
          <a:xfrm>
            <a:off x="2262132" y="1296524"/>
            <a:ext cx="1446000" cy="3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●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○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■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●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○"/>
              <a:defRPr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■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●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○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■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46" name="Google Shape;246;p39"/>
          <p:cNvSpPr txBox="1"/>
          <p:nvPr>
            <p:ph idx="4" type="body"/>
          </p:nvPr>
        </p:nvSpPr>
        <p:spPr>
          <a:xfrm>
            <a:off x="3827041" y="1296524"/>
            <a:ext cx="1446000" cy="3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●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○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■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●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○"/>
              <a:defRPr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■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●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○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■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47" name="Google Shape;247;p39"/>
          <p:cNvSpPr txBox="1"/>
          <p:nvPr>
            <p:ph idx="5" type="body"/>
          </p:nvPr>
        </p:nvSpPr>
        <p:spPr>
          <a:xfrm>
            <a:off x="5397375" y="1296524"/>
            <a:ext cx="1446000" cy="3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●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○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■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●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○"/>
              <a:defRPr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■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●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○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■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48" name="Google Shape;248;p39"/>
          <p:cNvSpPr txBox="1"/>
          <p:nvPr>
            <p:ph idx="6" type="body"/>
          </p:nvPr>
        </p:nvSpPr>
        <p:spPr>
          <a:xfrm>
            <a:off x="6956568" y="1296524"/>
            <a:ext cx="1446000" cy="3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●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○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■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●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○"/>
              <a:defRPr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■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●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○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■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49" name="Google Shape;249;p39"/>
          <p:cNvSpPr/>
          <p:nvPr>
            <p:ph idx="7" type="pic"/>
          </p:nvPr>
        </p:nvSpPr>
        <p:spPr>
          <a:xfrm>
            <a:off x="727950" y="1764075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250" name="Google Shape;250;p39"/>
          <p:cNvSpPr/>
          <p:nvPr>
            <p:ph idx="8" type="pic"/>
          </p:nvPr>
        </p:nvSpPr>
        <p:spPr>
          <a:xfrm>
            <a:off x="727950" y="2320438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251" name="Google Shape;251;p39"/>
          <p:cNvSpPr/>
          <p:nvPr>
            <p:ph idx="9" type="pic"/>
          </p:nvPr>
        </p:nvSpPr>
        <p:spPr>
          <a:xfrm>
            <a:off x="727950" y="2860788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252" name="Google Shape;252;p39"/>
          <p:cNvSpPr/>
          <p:nvPr>
            <p:ph idx="13" type="pic"/>
          </p:nvPr>
        </p:nvSpPr>
        <p:spPr>
          <a:xfrm>
            <a:off x="727950" y="3401138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253" name="Google Shape;253;p39"/>
          <p:cNvSpPr/>
          <p:nvPr>
            <p:ph idx="14" type="pic"/>
          </p:nvPr>
        </p:nvSpPr>
        <p:spPr>
          <a:xfrm>
            <a:off x="2296475" y="1764075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254" name="Google Shape;254;p39"/>
          <p:cNvSpPr/>
          <p:nvPr>
            <p:ph idx="15" type="pic"/>
          </p:nvPr>
        </p:nvSpPr>
        <p:spPr>
          <a:xfrm>
            <a:off x="3865000" y="1764075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255" name="Google Shape;255;p39"/>
          <p:cNvSpPr/>
          <p:nvPr>
            <p:ph idx="16" type="pic"/>
          </p:nvPr>
        </p:nvSpPr>
        <p:spPr>
          <a:xfrm>
            <a:off x="5433525" y="1764075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256" name="Google Shape;256;p39"/>
          <p:cNvSpPr/>
          <p:nvPr>
            <p:ph idx="17" type="pic"/>
          </p:nvPr>
        </p:nvSpPr>
        <p:spPr>
          <a:xfrm>
            <a:off x="7002050" y="1764075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257" name="Google Shape;257;p39"/>
          <p:cNvSpPr/>
          <p:nvPr>
            <p:ph idx="18" type="pic"/>
          </p:nvPr>
        </p:nvSpPr>
        <p:spPr>
          <a:xfrm>
            <a:off x="2296475" y="2320438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258" name="Google Shape;258;p39"/>
          <p:cNvSpPr/>
          <p:nvPr>
            <p:ph idx="19" type="pic"/>
          </p:nvPr>
        </p:nvSpPr>
        <p:spPr>
          <a:xfrm>
            <a:off x="2296475" y="2860788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259" name="Google Shape;259;p39"/>
          <p:cNvSpPr/>
          <p:nvPr>
            <p:ph idx="20" type="pic"/>
          </p:nvPr>
        </p:nvSpPr>
        <p:spPr>
          <a:xfrm>
            <a:off x="2296475" y="3401138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260" name="Google Shape;260;p39"/>
          <p:cNvSpPr/>
          <p:nvPr>
            <p:ph idx="21" type="pic"/>
          </p:nvPr>
        </p:nvSpPr>
        <p:spPr>
          <a:xfrm>
            <a:off x="3865000" y="2320438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261" name="Google Shape;261;p39"/>
          <p:cNvSpPr/>
          <p:nvPr>
            <p:ph idx="22" type="pic"/>
          </p:nvPr>
        </p:nvSpPr>
        <p:spPr>
          <a:xfrm>
            <a:off x="3865000" y="2860788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262" name="Google Shape;262;p39"/>
          <p:cNvSpPr/>
          <p:nvPr>
            <p:ph idx="23" type="pic"/>
          </p:nvPr>
        </p:nvSpPr>
        <p:spPr>
          <a:xfrm>
            <a:off x="3865000" y="3401138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263" name="Google Shape;263;p39"/>
          <p:cNvSpPr/>
          <p:nvPr>
            <p:ph idx="24" type="pic"/>
          </p:nvPr>
        </p:nvSpPr>
        <p:spPr>
          <a:xfrm>
            <a:off x="5433525" y="2320438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264" name="Google Shape;264;p39"/>
          <p:cNvSpPr/>
          <p:nvPr>
            <p:ph idx="25" type="pic"/>
          </p:nvPr>
        </p:nvSpPr>
        <p:spPr>
          <a:xfrm>
            <a:off x="5433525" y="2860788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265" name="Google Shape;265;p39"/>
          <p:cNvSpPr/>
          <p:nvPr>
            <p:ph idx="26" type="pic"/>
          </p:nvPr>
        </p:nvSpPr>
        <p:spPr>
          <a:xfrm>
            <a:off x="5433525" y="3401138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266" name="Google Shape;266;p39"/>
          <p:cNvSpPr/>
          <p:nvPr>
            <p:ph idx="27" type="pic"/>
          </p:nvPr>
        </p:nvSpPr>
        <p:spPr>
          <a:xfrm>
            <a:off x="7002050" y="2320438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267" name="Google Shape;267;p39"/>
          <p:cNvSpPr/>
          <p:nvPr>
            <p:ph idx="28" type="pic"/>
          </p:nvPr>
        </p:nvSpPr>
        <p:spPr>
          <a:xfrm>
            <a:off x="7002050" y="2860788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268" name="Google Shape;268;p39"/>
          <p:cNvSpPr/>
          <p:nvPr>
            <p:ph idx="29" type="pic"/>
          </p:nvPr>
        </p:nvSpPr>
        <p:spPr>
          <a:xfrm>
            <a:off x="7002050" y="3401138"/>
            <a:ext cx="304500" cy="304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ighlights - Load Time Optimization">
  <p:cSld name="CUSTOM_13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0"/>
          <p:cNvSpPr/>
          <p:nvPr>
            <p:ph idx="2" type="pic"/>
          </p:nvPr>
        </p:nvSpPr>
        <p:spPr>
          <a:xfrm>
            <a:off x="791050" y="1977650"/>
            <a:ext cx="1307100" cy="1956600"/>
          </a:xfrm>
          <a:prstGeom prst="rect">
            <a:avLst/>
          </a:prstGeom>
          <a:noFill/>
          <a:ln>
            <a:noFill/>
          </a:ln>
        </p:spPr>
      </p:sp>
      <p:sp>
        <p:nvSpPr>
          <p:cNvPr id="271" name="Google Shape;271;p40"/>
          <p:cNvSpPr txBox="1"/>
          <p:nvPr>
            <p:ph idx="1" type="body"/>
          </p:nvPr>
        </p:nvSpPr>
        <p:spPr>
          <a:xfrm>
            <a:off x="687900" y="292725"/>
            <a:ext cx="32331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72" name="Google Shape;272;p40"/>
          <p:cNvSpPr txBox="1"/>
          <p:nvPr>
            <p:ph type="title"/>
          </p:nvPr>
        </p:nvSpPr>
        <p:spPr>
          <a:xfrm>
            <a:off x="661576" y="424275"/>
            <a:ext cx="7890900" cy="8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3" name="Google Shape;273;p40"/>
          <p:cNvSpPr txBox="1"/>
          <p:nvPr>
            <p:ph idx="3" type="body"/>
          </p:nvPr>
        </p:nvSpPr>
        <p:spPr>
          <a:xfrm>
            <a:off x="1890825" y="3120325"/>
            <a:ext cx="1186200" cy="2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Lexend SemiBold"/>
              <a:buChar char="●"/>
              <a:defRPr sz="8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Lexend SemiBold"/>
              <a:buChar char="○"/>
              <a:defRPr sz="8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Lexend SemiBold"/>
              <a:buChar char="■"/>
              <a:defRPr sz="8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Lexend SemiBold"/>
              <a:buChar char="●"/>
              <a:defRPr sz="8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Lexend SemiBold"/>
              <a:buChar char="○"/>
              <a:defRPr sz="8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Lexend SemiBold"/>
              <a:buChar char="■"/>
              <a:defRPr sz="8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Lexend SemiBold"/>
              <a:buChar char="●"/>
              <a:defRPr sz="8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Lexend SemiBold"/>
              <a:buChar char="○"/>
              <a:defRPr sz="8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Lexend SemiBold"/>
              <a:buChar char="■"/>
              <a:defRPr sz="8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74" name="Google Shape;274;p40"/>
          <p:cNvSpPr txBox="1"/>
          <p:nvPr>
            <p:ph idx="4" type="body"/>
          </p:nvPr>
        </p:nvSpPr>
        <p:spPr>
          <a:xfrm>
            <a:off x="1890825" y="3446750"/>
            <a:ext cx="1186200" cy="8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Lexend ExtraLight"/>
              <a:buChar char="●"/>
              <a:defRPr sz="800"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Lexend ExtraLight"/>
              <a:buChar char="○"/>
              <a:defRPr sz="8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Lexend ExtraLight"/>
              <a:buChar char="■"/>
              <a:defRPr sz="8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Lexend ExtraLight"/>
              <a:buChar char="●"/>
              <a:defRPr sz="8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Lexend ExtraLight"/>
              <a:buChar char="○"/>
              <a:defRPr sz="800"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Lexend ExtraLight"/>
              <a:buChar char="■"/>
              <a:defRPr sz="8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Lexend ExtraLight"/>
              <a:buChar char="●"/>
              <a:defRPr sz="8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Lexend ExtraLight"/>
              <a:buChar char="○"/>
              <a:defRPr sz="8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Lexend ExtraLight"/>
              <a:buChar char="■"/>
              <a:defRPr sz="8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275" name="Google Shape;275;p40"/>
          <p:cNvSpPr/>
          <p:nvPr>
            <p:ph idx="5" type="pic"/>
          </p:nvPr>
        </p:nvSpPr>
        <p:spPr>
          <a:xfrm>
            <a:off x="1890828" y="2891499"/>
            <a:ext cx="277800" cy="277800"/>
          </a:xfrm>
          <a:prstGeom prst="rect">
            <a:avLst/>
          </a:prstGeom>
          <a:noFill/>
          <a:ln>
            <a:noFill/>
          </a:ln>
        </p:spPr>
      </p:sp>
      <p:sp>
        <p:nvSpPr>
          <p:cNvPr id="276" name="Google Shape;276;p40"/>
          <p:cNvSpPr txBox="1"/>
          <p:nvPr>
            <p:ph idx="6" type="subTitle"/>
          </p:nvPr>
        </p:nvSpPr>
        <p:spPr>
          <a:xfrm>
            <a:off x="5908675" y="1894800"/>
            <a:ext cx="24510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77" name="Google Shape;277;p40"/>
          <p:cNvSpPr txBox="1"/>
          <p:nvPr>
            <p:ph idx="7" type="body"/>
          </p:nvPr>
        </p:nvSpPr>
        <p:spPr>
          <a:xfrm>
            <a:off x="5901025" y="2091050"/>
            <a:ext cx="27621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278" name="Google Shape;278;p40"/>
          <p:cNvSpPr txBox="1"/>
          <p:nvPr>
            <p:ph idx="8" type="body"/>
          </p:nvPr>
        </p:nvSpPr>
        <p:spPr>
          <a:xfrm>
            <a:off x="5908675" y="3140275"/>
            <a:ext cx="2712300" cy="15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ighlights - Collaboration">
  <p:cSld name="CUSTOM_13_1"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1"/>
          <p:cNvSpPr/>
          <p:nvPr>
            <p:ph idx="2" type="pic"/>
          </p:nvPr>
        </p:nvSpPr>
        <p:spPr>
          <a:xfrm>
            <a:off x="2876100" y="1977650"/>
            <a:ext cx="1307100" cy="1956600"/>
          </a:xfrm>
          <a:prstGeom prst="rect">
            <a:avLst/>
          </a:prstGeom>
          <a:noFill/>
          <a:ln>
            <a:noFill/>
          </a:ln>
        </p:spPr>
      </p:sp>
      <p:sp>
        <p:nvSpPr>
          <p:cNvPr id="281" name="Google Shape;281;p41"/>
          <p:cNvSpPr txBox="1"/>
          <p:nvPr>
            <p:ph idx="1" type="body"/>
          </p:nvPr>
        </p:nvSpPr>
        <p:spPr>
          <a:xfrm>
            <a:off x="687900" y="292725"/>
            <a:ext cx="32331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82" name="Google Shape;282;p41"/>
          <p:cNvSpPr txBox="1"/>
          <p:nvPr>
            <p:ph type="title"/>
          </p:nvPr>
        </p:nvSpPr>
        <p:spPr>
          <a:xfrm>
            <a:off x="661575" y="424275"/>
            <a:ext cx="7740600" cy="8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3" name="Google Shape;283;p41"/>
          <p:cNvSpPr/>
          <p:nvPr>
            <p:ph idx="3" type="pic"/>
          </p:nvPr>
        </p:nvSpPr>
        <p:spPr>
          <a:xfrm>
            <a:off x="1890828" y="2891499"/>
            <a:ext cx="277800" cy="277800"/>
          </a:xfrm>
          <a:prstGeom prst="rect">
            <a:avLst/>
          </a:prstGeom>
          <a:noFill/>
          <a:ln>
            <a:noFill/>
          </a:ln>
        </p:spPr>
      </p:sp>
      <p:sp>
        <p:nvSpPr>
          <p:cNvPr id="284" name="Google Shape;284;p41"/>
          <p:cNvSpPr txBox="1"/>
          <p:nvPr>
            <p:ph idx="4" type="subTitle"/>
          </p:nvPr>
        </p:nvSpPr>
        <p:spPr>
          <a:xfrm>
            <a:off x="5908675" y="1894800"/>
            <a:ext cx="24510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85" name="Google Shape;285;p41"/>
          <p:cNvSpPr txBox="1"/>
          <p:nvPr>
            <p:ph idx="5" type="body"/>
          </p:nvPr>
        </p:nvSpPr>
        <p:spPr>
          <a:xfrm>
            <a:off x="5901025" y="2091050"/>
            <a:ext cx="24588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286" name="Google Shape;286;p41"/>
          <p:cNvSpPr txBox="1"/>
          <p:nvPr>
            <p:ph idx="6" type="body"/>
          </p:nvPr>
        </p:nvSpPr>
        <p:spPr>
          <a:xfrm>
            <a:off x="5908675" y="3140275"/>
            <a:ext cx="2450700" cy="15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ighlights - HitGub Integration">
  <p:cSld name="CUSTOM_13_1_1"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2"/>
          <p:cNvSpPr/>
          <p:nvPr>
            <p:ph idx="2" type="pic"/>
          </p:nvPr>
        </p:nvSpPr>
        <p:spPr>
          <a:xfrm>
            <a:off x="4960075" y="1977650"/>
            <a:ext cx="1307100" cy="1956600"/>
          </a:xfrm>
          <a:prstGeom prst="rect">
            <a:avLst/>
          </a:prstGeom>
          <a:noFill/>
          <a:ln>
            <a:noFill/>
          </a:ln>
        </p:spPr>
      </p:sp>
      <p:sp>
        <p:nvSpPr>
          <p:cNvPr id="289" name="Google Shape;289;p42"/>
          <p:cNvSpPr txBox="1"/>
          <p:nvPr>
            <p:ph idx="1" type="body"/>
          </p:nvPr>
        </p:nvSpPr>
        <p:spPr>
          <a:xfrm>
            <a:off x="687900" y="292725"/>
            <a:ext cx="32331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90" name="Google Shape;290;p42"/>
          <p:cNvSpPr/>
          <p:nvPr>
            <p:ph idx="3" type="pic"/>
          </p:nvPr>
        </p:nvSpPr>
        <p:spPr>
          <a:xfrm>
            <a:off x="6068328" y="2891499"/>
            <a:ext cx="277800" cy="277800"/>
          </a:xfrm>
          <a:prstGeom prst="rect">
            <a:avLst/>
          </a:prstGeom>
          <a:noFill/>
          <a:ln>
            <a:noFill/>
          </a:ln>
        </p:spPr>
      </p:sp>
      <p:sp>
        <p:nvSpPr>
          <p:cNvPr id="291" name="Google Shape;291;p42"/>
          <p:cNvSpPr txBox="1"/>
          <p:nvPr>
            <p:ph idx="4" type="subTitle"/>
          </p:nvPr>
        </p:nvSpPr>
        <p:spPr>
          <a:xfrm>
            <a:off x="684150" y="1894800"/>
            <a:ext cx="24510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92" name="Google Shape;292;p42"/>
          <p:cNvSpPr txBox="1"/>
          <p:nvPr>
            <p:ph idx="5" type="body"/>
          </p:nvPr>
        </p:nvSpPr>
        <p:spPr>
          <a:xfrm>
            <a:off x="676500" y="2091050"/>
            <a:ext cx="27426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293" name="Google Shape;293;p42"/>
          <p:cNvSpPr txBox="1"/>
          <p:nvPr>
            <p:ph idx="6" type="body"/>
          </p:nvPr>
        </p:nvSpPr>
        <p:spPr>
          <a:xfrm>
            <a:off x="684150" y="3140275"/>
            <a:ext cx="2450700" cy="15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294" name="Google Shape;294;p42"/>
          <p:cNvSpPr txBox="1"/>
          <p:nvPr>
            <p:ph type="title"/>
          </p:nvPr>
        </p:nvSpPr>
        <p:spPr>
          <a:xfrm>
            <a:off x="661575" y="424275"/>
            <a:ext cx="7740600" cy="8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ighlights - Event Tracking">
  <p:cSld name="CUSTOM_13_1_1_1"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3"/>
          <p:cNvSpPr/>
          <p:nvPr>
            <p:ph idx="2" type="pic"/>
          </p:nvPr>
        </p:nvSpPr>
        <p:spPr>
          <a:xfrm>
            <a:off x="7053750" y="1977650"/>
            <a:ext cx="1307100" cy="1956600"/>
          </a:xfrm>
          <a:prstGeom prst="rect">
            <a:avLst/>
          </a:prstGeom>
          <a:noFill/>
          <a:ln>
            <a:noFill/>
          </a:ln>
        </p:spPr>
      </p:sp>
      <p:sp>
        <p:nvSpPr>
          <p:cNvPr id="297" name="Google Shape;297;p43"/>
          <p:cNvSpPr txBox="1"/>
          <p:nvPr>
            <p:ph idx="1" type="body"/>
          </p:nvPr>
        </p:nvSpPr>
        <p:spPr>
          <a:xfrm>
            <a:off x="687900" y="292725"/>
            <a:ext cx="32331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98" name="Google Shape;298;p43"/>
          <p:cNvSpPr txBox="1"/>
          <p:nvPr>
            <p:ph type="title"/>
          </p:nvPr>
        </p:nvSpPr>
        <p:spPr>
          <a:xfrm>
            <a:off x="661576" y="424275"/>
            <a:ext cx="7855800" cy="8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9" name="Google Shape;299;p43"/>
          <p:cNvSpPr/>
          <p:nvPr>
            <p:ph idx="3" type="pic"/>
          </p:nvPr>
        </p:nvSpPr>
        <p:spPr>
          <a:xfrm>
            <a:off x="6068328" y="2891499"/>
            <a:ext cx="277800" cy="277800"/>
          </a:xfrm>
          <a:prstGeom prst="rect">
            <a:avLst/>
          </a:prstGeom>
          <a:noFill/>
          <a:ln>
            <a:noFill/>
          </a:ln>
        </p:spPr>
      </p:sp>
      <p:sp>
        <p:nvSpPr>
          <p:cNvPr id="300" name="Google Shape;300;p43"/>
          <p:cNvSpPr txBox="1"/>
          <p:nvPr>
            <p:ph idx="4" type="subTitle"/>
          </p:nvPr>
        </p:nvSpPr>
        <p:spPr>
          <a:xfrm>
            <a:off x="684150" y="1894800"/>
            <a:ext cx="24510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301" name="Google Shape;301;p43"/>
          <p:cNvSpPr txBox="1"/>
          <p:nvPr>
            <p:ph idx="5" type="body"/>
          </p:nvPr>
        </p:nvSpPr>
        <p:spPr>
          <a:xfrm>
            <a:off x="676500" y="2091050"/>
            <a:ext cx="26775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302" name="Google Shape;302;p43"/>
          <p:cNvSpPr txBox="1"/>
          <p:nvPr>
            <p:ph idx="6" type="body"/>
          </p:nvPr>
        </p:nvSpPr>
        <p:spPr>
          <a:xfrm>
            <a:off x="684150" y="3140275"/>
            <a:ext cx="2450700" cy="15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ppendix - Risks">
  <p:cSld name="CUSTOM_14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4"/>
          <p:cNvSpPr/>
          <p:nvPr>
            <p:ph idx="2" type="pic"/>
          </p:nvPr>
        </p:nvSpPr>
        <p:spPr>
          <a:xfrm>
            <a:off x="5215175" y="0"/>
            <a:ext cx="39288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05" name="Google Shape;305;p44"/>
          <p:cNvSpPr txBox="1"/>
          <p:nvPr>
            <p:ph idx="1" type="body"/>
          </p:nvPr>
        </p:nvSpPr>
        <p:spPr>
          <a:xfrm>
            <a:off x="687900" y="292725"/>
            <a:ext cx="37554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306" name="Google Shape;306;p44"/>
          <p:cNvSpPr txBox="1"/>
          <p:nvPr>
            <p:ph idx="3" type="subTitle"/>
          </p:nvPr>
        </p:nvSpPr>
        <p:spPr>
          <a:xfrm>
            <a:off x="689235" y="531804"/>
            <a:ext cx="37542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7" name="Google Shape;307;p44"/>
          <p:cNvSpPr txBox="1"/>
          <p:nvPr>
            <p:ph idx="4" type="body"/>
          </p:nvPr>
        </p:nvSpPr>
        <p:spPr>
          <a:xfrm>
            <a:off x="688425" y="941550"/>
            <a:ext cx="3755400" cy="169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308" name="Google Shape;308;p44"/>
          <p:cNvSpPr txBox="1"/>
          <p:nvPr>
            <p:ph idx="5" type="body"/>
          </p:nvPr>
        </p:nvSpPr>
        <p:spPr>
          <a:xfrm>
            <a:off x="1129400" y="2768850"/>
            <a:ext cx="3314400" cy="169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CUSTOM_16">
    <p:bg>
      <p:bgPr>
        <a:solidFill>
          <a:schemeClr val="accent3"/>
        </a:soli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5"/>
          <p:cNvSpPr txBox="1"/>
          <p:nvPr>
            <p:ph idx="1" type="body"/>
          </p:nvPr>
        </p:nvSpPr>
        <p:spPr>
          <a:xfrm>
            <a:off x="687900" y="292725"/>
            <a:ext cx="32331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311" name="Google Shape;311;p45"/>
          <p:cNvSpPr txBox="1"/>
          <p:nvPr>
            <p:ph type="title"/>
          </p:nvPr>
        </p:nvSpPr>
        <p:spPr>
          <a:xfrm>
            <a:off x="646035" y="424278"/>
            <a:ext cx="5151300" cy="8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2" name="Google Shape;312;p45"/>
          <p:cNvSpPr txBox="1"/>
          <p:nvPr>
            <p:ph idx="2" type="body"/>
          </p:nvPr>
        </p:nvSpPr>
        <p:spPr>
          <a:xfrm>
            <a:off x="688425" y="1433475"/>
            <a:ext cx="2867400" cy="16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313" name="Google Shape;313;p45"/>
          <p:cNvSpPr txBox="1"/>
          <p:nvPr>
            <p:ph idx="3" type="body"/>
          </p:nvPr>
        </p:nvSpPr>
        <p:spPr>
          <a:xfrm>
            <a:off x="4724950" y="3620575"/>
            <a:ext cx="3885000" cy="6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314" name="Google Shape;314;p45"/>
          <p:cNvSpPr txBox="1"/>
          <p:nvPr>
            <p:ph idx="4" type="body"/>
          </p:nvPr>
        </p:nvSpPr>
        <p:spPr>
          <a:xfrm>
            <a:off x="4724950" y="2596937"/>
            <a:ext cx="3885000" cy="6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315" name="Google Shape;315;p45"/>
          <p:cNvSpPr txBox="1"/>
          <p:nvPr>
            <p:ph idx="5" type="body"/>
          </p:nvPr>
        </p:nvSpPr>
        <p:spPr>
          <a:xfrm>
            <a:off x="4724950" y="1567600"/>
            <a:ext cx="3885000" cy="6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&amp;A">
  <p:cSld name="CUSTOM_17">
    <p:bg>
      <p:bgPr>
        <a:solidFill>
          <a:schemeClr val="accent3"/>
        </a:soli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6"/>
          <p:cNvSpPr txBox="1"/>
          <p:nvPr>
            <p:ph type="title"/>
          </p:nvPr>
        </p:nvSpPr>
        <p:spPr>
          <a:xfrm>
            <a:off x="667650" y="230375"/>
            <a:ext cx="7692300" cy="256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8" name="Google Shape;318;p46"/>
          <p:cNvSpPr txBox="1"/>
          <p:nvPr>
            <p:ph idx="2" type="title"/>
          </p:nvPr>
        </p:nvSpPr>
        <p:spPr>
          <a:xfrm>
            <a:off x="667650" y="3872300"/>
            <a:ext cx="7692300" cy="97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CUSTOM_18">
    <p:bg>
      <p:bgPr>
        <a:solidFill>
          <a:schemeClr val="accent3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7"/>
          <p:cNvSpPr/>
          <p:nvPr>
            <p:ph idx="2" type="pic"/>
          </p:nvPr>
        </p:nvSpPr>
        <p:spPr>
          <a:xfrm>
            <a:off x="4700175" y="0"/>
            <a:ext cx="4443900" cy="2991000"/>
          </a:xfrm>
          <a:prstGeom prst="rect">
            <a:avLst/>
          </a:prstGeom>
          <a:noFill/>
          <a:ln>
            <a:noFill/>
          </a:ln>
        </p:spPr>
      </p:sp>
      <p:sp>
        <p:nvSpPr>
          <p:cNvPr id="321" name="Google Shape;321;p47"/>
          <p:cNvSpPr txBox="1"/>
          <p:nvPr>
            <p:ph type="title"/>
          </p:nvPr>
        </p:nvSpPr>
        <p:spPr>
          <a:xfrm>
            <a:off x="407350" y="3366041"/>
            <a:ext cx="8270100" cy="14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/>
        </p:txBody>
      </p:sp>
      <p:cxnSp>
        <p:nvCxnSpPr>
          <p:cNvPr id="322" name="Google Shape;322;p47"/>
          <p:cNvCxnSpPr/>
          <p:nvPr/>
        </p:nvCxnSpPr>
        <p:spPr>
          <a:xfrm>
            <a:off x="-3150" y="677850"/>
            <a:ext cx="52323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dot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_19">
    <p:bg>
      <p:bgPr>
        <a:solidFill>
          <a:schemeClr val="accent3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8"/>
          <p:cNvSpPr/>
          <p:nvPr>
            <p:ph idx="2" type="pic"/>
          </p:nvPr>
        </p:nvSpPr>
        <p:spPr>
          <a:xfrm>
            <a:off x="871075" y="517125"/>
            <a:ext cx="1905900" cy="4070700"/>
          </a:xfrm>
          <a:prstGeom prst="roundRect">
            <a:avLst>
              <a:gd fmla="val 11144" name="adj"/>
            </a:avLst>
          </a:prstGeom>
          <a:noFill/>
          <a:ln>
            <a:noFill/>
          </a:ln>
        </p:spPr>
      </p:sp>
      <p:sp>
        <p:nvSpPr>
          <p:cNvPr id="325" name="Google Shape;325;p48"/>
          <p:cNvSpPr/>
          <p:nvPr>
            <p:ph idx="3" type="pic"/>
          </p:nvPr>
        </p:nvSpPr>
        <p:spPr>
          <a:xfrm>
            <a:off x="3628675" y="517125"/>
            <a:ext cx="1905900" cy="4070700"/>
          </a:xfrm>
          <a:prstGeom prst="roundRect">
            <a:avLst>
              <a:gd fmla="val 11144" name="adj"/>
            </a:avLst>
          </a:prstGeom>
          <a:noFill/>
          <a:ln>
            <a:noFill/>
          </a:ln>
        </p:spPr>
      </p:sp>
      <p:sp>
        <p:nvSpPr>
          <p:cNvPr id="326" name="Google Shape;326;p48"/>
          <p:cNvSpPr/>
          <p:nvPr>
            <p:ph idx="4" type="pic"/>
          </p:nvPr>
        </p:nvSpPr>
        <p:spPr>
          <a:xfrm>
            <a:off x="6386275" y="517125"/>
            <a:ext cx="1905900" cy="4070700"/>
          </a:xfrm>
          <a:prstGeom prst="roundRect">
            <a:avLst>
              <a:gd fmla="val 11144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 2">
  <p:cSld name="CUSTOM_19_2">
    <p:bg>
      <p:bgPr>
        <a:solidFill>
          <a:schemeClr val="lt2"/>
        </a:solid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9"/>
          <p:cNvSpPr/>
          <p:nvPr>
            <p:ph idx="2" type="pic"/>
          </p:nvPr>
        </p:nvSpPr>
        <p:spPr>
          <a:xfrm>
            <a:off x="871075" y="517125"/>
            <a:ext cx="1905900" cy="4070700"/>
          </a:xfrm>
          <a:prstGeom prst="roundRect">
            <a:avLst>
              <a:gd fmla="val 11144" name="adj"/>
            </a:avLst>
          </a:prstGeom>
          <a:noFill/>
          <a:ln>
            <a:noFill/>
          </a:ln>
        </p:spPr>
      </p:sp>
      <p:sp>
        <p:nvSpPr>
          <p:cNvPr id="329" name="Google Shape;329;p49"/>
          <p:cNvSpPr/>
          <p:nvPr>
            <p:ph idx="3" type="pic"/>
          </p:nvPr>
        </p:nvSpPr>
        <p:spPr>
          <a:xfrm>
            <a:off x="3628675" y="517125"/>
            <a:ext cx="1905900" cy="4070700"/>
          </a:xfrm>
          <a:prstGeom prst="roundRect">
            <a:avLst>
              <a:gd fmla="val 11144" name="adj"/>
            </a:avLst>
          </a:prstGeom>
          <a:noFill/>
          <a:ln>
            <a:noFill/>
          </a:ln>
        </p:spPr>
      </p:sp>
      <p:sp>
        <p:nvSpPr>
          <p:cNvPr id="330" name="Google Shape;330;p49"/>
          <p:cNvSpPr/>
          <p:nvPr>
            <p:ph idx="4" type="pic"/>
          </p:nvPr>
        </p:nvSpPr>
        <p:spPr>
          <a:xfrm>
            <a:off x="6386275" y="517125"/>
            <a:ext cx="1905900" cy="4070700"/>
          </a:xfrm>
          <a:prstGeom prst="roundRect">
            <a:avLst>
              <a:gd fmla="val 11144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 1">
  <p:cSld name="CUSTOM_19_1">
    <p:bg>
      <p:bgPr>
        <a:solidFill>
          <a:schemeClr val="accent4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50"/>
          <p:cNvSpPr/>
          <p:nvPr/>
        </p:nvSpPr>
        <p:spPr>
          <a:xfrm rot="-5400000">
            <a:off x="3536425" y="-458475"/>
            <a:ext cx="5185800" cy="6064800"/>
          </a:xfrm>
          <a:prstGeom prst="round2SameRect">
            <a:avLst>
              <a:gd fmla="val 0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50"/>
          <p:cNvSpPr/>
          <p:nvPr/>
        </p:nvSpPr>
        <p:spPr>
          <a:xfrm rot="-5400000">
            <a:off x="-1042850" y="1013775"/>
            <a:ext cx="5178300" cy="3112800"/>
          </a:xfrm>
          <a:prstGeom prst="round2SameRect">
            <a:avLst>
              <a:gd fmla="val 0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50"/>
          <p:cNvSpPr/>
          <p:nvPr>
            <p:ph idx="2" type="pic"/>
          </p:nvPr>
        </p:nvSpPr>
        <p:spPr>
          <a:xfrm>
            <a:off x="777750" y="938695"/>
            <a:ext cx="1598400" cy="3413100"/>
          </a:xfrm>
          <a:prstGeom prst="roundRect">
            <a:avLst>
              <a:gd fmla="val 11038" name="adj"/>
            </a:avLst>
          </a:prstGeom>
          <a:noFill/>
          <a:ln>
            <a:noFill/>
          </a:ln>
        </p:spPr>
      </p:sp>
      <p:sp>
        <p:nvSpPr>
          <p:cNvPr id="335" name="Google Shape;335;p50"/>
          <p:cNvSpPr/>
          <p:nvPr>
            <p:ph idx="3" type="pic"/>
          </p:nvPr>
        </p:nvSpPr>
        <p:spPr>
          <a:xfrm>
            <a:off x="4115400" y="921995"/>
            <a:ext cx="4127700" cy="2333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">
  <p:cSld name="CUSTOM_20">
    <p:bg>
      <p:bgPr>
        <a:solidFill>
          <a:schemeClr val="lt2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51"/>
          <p:cNvSpPr/>
          <p:nvPr>
            <p:ph idx="2" type="pic"/>
          </p:nvPr>
        </p:nvSpPr>
        <p:spPr>
          <a:xfrm>
            <a:off x="936975" y="869000"/>
            <a:ext cx="1607400" cy="3413100"/>
          </a:xfrm>
          <a:prstGeom prst="roundRect">
            <a:avLst>
              <a:gd fmla="val 11038" name="adj"/>
            </a:avLst>
          </a:prstGeom>
          <a:noFill/>
          <a:ln>
            <a:noFill/>
          </a:ln>
        </p:spPr>
      </p:sp>
      <p:sp>
        <p:nvSpPr>
          <p:cNvPr id="338" name="Google Shape;338;p51"/>
          <p:cNvSpPr/>
          <p:nvPr>
            <p:ph idx="3" type="pic"/>
          </p:nvPr>
        </p:nvSpPr>
        <p:spPr>
          <a:xfrm>
            <a:off x="3514600" y="869000"/>
            <a:ext cx="4798800" cy="3413100"/>
          </a:xfrm>
          <a:prstGeom prst="roundRect">
            <a:avLst>
              <a:gd fmla="val 4639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">
  <p:cSld name="CUSTOM_21">
    <p:bg>
      <p:bgPr>
        <a:solidFill>
          <a:schemeClr val="lt1"/>
        </a:solid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52"/>
          <p:cNvSpPr/>
          <p:nvPr>
            <p:ph idx="2" type="pic"/>
          </p:nvPr>
        </p:nvSpPr>
        <p:spPr>
          <a:xfrm>
            <a:off x="2068775" y="933200"/>
            <a:ext cx="4994100" cy="31257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+ Phone mockup">
  <p:cSld name="CUSTOM_22_1">
    <p:bg>
      <p:bgPr>
        <a:solidFill>
          <a:schemeClr val="accent3"/>
        </a:solidFill>
      </p:bgPr>
    </p:bg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3"/>
          <p:cNvSpPr/>
          <p:nvPr>
            <p:ph idx="2" type="pic"/>
          </p:nvPr>
        </p:nvSpPr>
        <p:spPr>
          <a:xfrm>
            <a:off x="6682707" y="517125"/>
            <a:ext cx="1905900" cy="4070700"/>
          </a:xfrm>
          <a:prstGeom prst="roundRect">
            <a:avLst>
              <a:gd fmla="val 11144" name="adj"/>
            </a:avLst>
          </a:prstGeom>
          <a:noFill/>
          <a:ln>
            <a:noFill/>
          </a:ln>
        </p:spPr>
      </p:sp>
      <p:sp>
        <p:nvSpPr>
          <p:cNvPr id="343" name="Google Shape;343;p53"/>
          <p:cNvSpPr/>
          <p:nvPr>
            <p:ph idx="3" type="pic"/>
          </p:nvPr>
        </p:nvSpPr>
        <p:spPr>
          <a:xfrm>
            <a:off x="4143672" y="517125"/>
            <a:ext cx="1905900" cy="4070700"/>
          </a:xfrm>
          <a:prstGeom prst="roundRect">
            <a:avLst>
              <a:gd fmla="val 11144" name="adj"/>
            </a:avLst>
          </a:prstGeom>
          <a:noFill/>
          <a:ln>
            <a:noFill/>
          </a:ln>
        </p:spPr>
      </p:sp>
      <p:sp>
        <p:nvSpPr>
          <p:cNvPr id="344" name="Google Shape;344;p53"/>
          <p:cNvSpPr txBox="1"/>
          <p:nvPr>
            <p:ph idx="1" type="body"/>
          </p:nvPr>
        </p:nvSpPr>
        <p:spPr>
          <a:xfrm>
            <a:off x="687900" y="292725"/>
            <a:ext cx="32331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345" name="Google Shape;345;p53"/>
          <p:cNvSpPr txBox="1"/>
          <p:nvPr>
            <p:ph idx="4" type="body"/>
          </p:nvPr>
        </p:nvSpPr>
        <p:spPr>
          <a:xfrm>
            <a:off x="689250" y="3870075"/>
            <a:ext cx="1968000" cy="81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 Light"/>
              <a:buChar char="●"/>
              <a:defRPr sz="800"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 Light"/>
              <a:buChar char="○"/>
              <a:defRPr sz="800"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 Light"/>
              <a:buChar char="■"/>
              <a:defRPr sz="800"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 Light"/>
              <a:buChar char="●"/>
              <a:defRPr sz="800"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 Light"/>
              <a:buChar char="○"/>
              <a:defRPr sz="800"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 Light"/>
              <a:buChar char="■"/>
              <a:defRPr sz="800"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 Light"/>
              <a:buChar char="●"/>
              <a:defRPr sz="800"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 Light"/>
              <a:buChar char="○"/>
              <a:defRPr sz="800"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 Light"/>
              <a:buChar char="■"/>
              <a:defRPr sz="8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346" name="Google Shape;346;p53"/>
          <p:cNvSpPr txBox="1"/>
          <p:nvPr>
            <p:ph idx="5" type="subTitle"/>
          </p:nvPr>
        </p:nvSpPr>
        <p:spPr>
          <a:xfrm>
            <a:off x="689050" y="531800"/>
            <a:ext cx="16071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+ Devices mockup">
  <p:cSld name="CUSTOM_24_1">
    <p:bg>
      <p:bgPr>
        <a:solidFill>
          <a:schemeClr val="lt1"/>
        </a:solid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54"/>
          <p:cNvSpPr txBox="1"/>
          <p:nvPr>
            <p:ph idx="1" type="body"/>
          </p:nvPr>
        </p:nvSpPr>
        <p:spPr>
          <a:xfrm>
            <a:off x="687900" y="292725"/>
            <a:ext cx="14715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●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○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■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●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○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■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●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○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■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349" name="Google Shape;349;p54"/>
          <p:cNvSpPr txBox="1"/>
          <p:nvPr>
            <p:ph idx="2" type="body"/>
          </p:nvPr>
        </p:nvSpPr>
        <p:spPr>
          <a:xfrm>
            <a:off x="5484300" y="292725"/>
            <a:ext cx="2997000" cy="81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exend Light"/>
              <a:buChar char="●"/>
              <a:defRPr sz="800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exend Light"/>
              <a:buChar char="○"/>
              <a:defRPr sz="800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exend Light"/>
              <a:buChar char="■"/>
              <a:defRPr sz="800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exend Light"/>
              <a:buChar char="●"/>
              <a:defRPr sz="800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exend Light"/>
              <a:buChar char="○"/>
              <a:defRPr sz="800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exend Light"/>
              <a:buChar char="■"/>
              <a:defRPr sz="800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exend Light"/>
              <a:buChar char="●"/>
              <a:defRPr sz="800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exend Light"/>
              <a:buChar char="○"/>
              <a:defRPr sz="800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exend Light"/>
              <a:buChar char="■"/>
              <a:defRPr sz="800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2"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5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352" name="Google Shape;352;p5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353" name="Google Shape;353;p5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55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54" Type="http://schemas.openxmlformats.org/officeDocument/2006/relationships/slideLayout" Target="../slideLayouts/slideLayout5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2" type="sldNum"/>
          </p:nvPr>
        </p:nvSpPr>
        <p:spPr>
          <a:xfrm>
            <a:off x="8359800" y="4851000"/>
            <a:ext cx="261300" cy="292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0" spcFirstLastPara="1" rIns="0" wrap="square" tIns="0">
            <a:noAutofit/>
          </a:bodyPr>
          <a:lstStyle>
            <a:lvl1pPr lvl="0" rtl="0" algn="ctr">
              <a:buNone/>
              <a:defRPr sz="1100">
                <a:solidFill>
                  <a:schemeClr val="accent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rtl="0" algn="ctr">
              <a:buNone/>
              <a:defRPr sz="1100">
                <a:solidFill>
                  <a:schemeClr val="accent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rtl="0" algn="ctr">
              <a:buNone/>
              <a:defRPr sz="1100">
                <a:solidFill>
                  <a:schemeClr val="accent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rtl="0" algn="ctr">
              <a:buNone/>
              <a:defRPr sz="1100">
                <a:solidFill>
                  <a:schemeClr val="accent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rtl="0" algn="ctr">
              <a:buNone/>
              <a:defRPr sz="1100">
                <a:solidFill>
                  <a:schemeClr val="accent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rtl="0" algn="ctr">
              <a:buNone/>
              <a:defRPr sz="1100">
                <a:solidFill>
                  <a:schemeClr val="accent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rtl="0" algn="ctr">
              <a:buNone/>
              <a:defRPr sz="1100">
                <a:solidFill>
                  <a:schemeClr val="accent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rtl="0" algn="ctr">
              <a:buNone/>
              <a:defRPr sz="1100">
                <a:solidFill>
                  <a:schemeClr val="accent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rtl="0" algn="ctr">
              <a:buNone/>
              <a:defRPr sz="1100">
                <a:solidFill>
                  <a:schemeClr val="accent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163200" y="76200"/>
            <a:ext cx="8457900" cy="9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exend Light"/>
              <a:buNone/>
              <a:defRPr sz="4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136825" y="2540475"/>
            <a:ext cx="4209300" cy="21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"/>
              <a:buChar char="●"/>
              <a:defRPr sz="17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exend"/>
              <a:buChar char="○"/>
              <a:defRPr sz="15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exend"/>
              <a:buChar char="●"/>
              <a:defRPr sz="13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Char char="○"/>
              <a:defRPr sz="1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exend"/>
              <a:buChar char="■"/>
              <a:defRPr sz="11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Char char="●"/>
              <a:defRPr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"/>
              <a:buChar char="○"/>
              <a:defRPr sz="9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 sz="9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329">
          <p15:clr>
            <a:srgbClr val="E46962"/>
          </p15:clr>
        </p15:guide>
        <p15:guide id="2" pos="494">
          <p15:clr>
            <a:srgbClr val="E46962"/>
          </p15:clr>
        </p15:guide>
        <p15:guide id="3" pos="823">
          <p15:clr>
            <a:srgbClr val="E46962"/>
          </p15:clr>
        </p15:guide>
        <p15:guide id="4" pos="988">
          <p15:clr>
            <a:srgbClr val="E46962"/>
          </p15:clr>
        </p15:guide>
        <p15:guide id="5" pos="1317">
          <p15:clr>
            <a:srgbClr val="E46962"/>
          </p15:clr>
        </p15:guide>
        <p15:guide id="6" pos="1482">
          <p15:clr>
            <a:srgbClr val="E46962"/>
          </p15:clr>
        </p15:guide>
        <p15:guide id="7" pos="1811">
          <p15:clr>
            <a:srgbClr val="E46962"/>
          </p15:clr>
        </p15:guide>
        <p15:guide id="8" pos="1976">
          <p15:clr>
            <a:srgbClr val="E46962"/>
          </p15:clr>
        </p15:guide>
        <p15:guide id="9" pos="2305">
          <p15:clr>
            <a:srgbClr val="E46962"/>
          </p15:clr>
        </p15:guide>
        <p15:guide id="10" pos="2470">
          <p15:clr>
            <a:srgbClr val="E46962"/>
          </p15:clr>
        </p15:guide>
        <p15:guide id="11" pos="2799">
          <p15:clr>
            <a:srgbClr val="E46962"/>
          </p15:clr>
        </p15:guide>
        <p15:guide id="12" pos="5431">
          <p15:clr>
            <a:srgbClr val="E46962"/>
          </p15:clr>
        </p15:guide>
        <p15:guide id="13" pos="5266">
          <p15:clr>
            <a:srgbClr val="E46962"/>
          </p15:clr>
        </p15:guide>
        <p15:guide id="14" pos="4937">
          <p15:clr>
            <a:srgbClr val="E46962"/>
          </p15:clr>
        </p15:guide>
        <p15:guide id="15" pos="4772">
          <p15:clr>
            <a:srgbClr val="E46962"/>
          </p15:clr>
        </p15:guide>
        <p15:guide id="16" pos="4443">
          <p15:clr>
            <a:srgbClr val="E46962"/>
          </p15:clr>
        </p15:guide>
        <p15:guide id="17" pos="4278">
          <p15:clr>
            <a:srgbClr val="E46962"/>
          </p15:clr>
        </p15:guide>
        <p15:guide id="18" pos="3949">
          <p15:clr>
            <a:srgbClr val="E46962"/>
          </p15:clr>
        </p15:guide>
        <p15:guide id="19" pos="3784">
          <p15:clr>
            <a:srgbClr val="E46962"/>
          </p15:clr>
        </p15:guide>
        <p15:guide id="20" pos="3455">
          <p15:clr>
            <a:srgbClr val="E46962"/>
          </p15:clr>
        </p15:guide>
        <p15:guide id="21" pos="3290">
          <p15:clr>
            <a:srgbClr val="E46962"/>
          </p15:clr>
        </p15:guide>
        <p15:guide id="22" pos="2961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56"/>
          <p:cNvSpPr txBox="1"/>
          <p:nvPr>
            <p:ph type="title"/>
          </p:nvPr>
        </p:nvSpPr>
        <p:spPr>
          <a:xfrm>
            <a:off x="339450" y="830025"/>
            <a:ext cx="8465100" cy="194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Violent Extremist Organization Classification in Afghanistan, Using Machine </a:t>
            </a:r>
            <a:r>
              <a:rPr lang="en" sz="3300"/>
              <a:t>Learning</a:t>
            </a:r>
            <a:endParaRPr sz="3300"/>
          </a:p>
        </p:txBody>
      </p:sp>
      <p:sp>
        <p:nvSpPr>
          <p:cNvPr id="359" name="Google Shape;359;p56"/>
          <p:cNvSpPr txBox="1"/>
          <p:nvPr>
            <p:ph idx="1" type="subTitle"/>
          </p:nvPr>
        </p:nvSpPr>
        <p:spPr>
          <a:xfrm>
            <a:off x="303700" y="3426964"/>
            <a:ext cx="4703100" cy="94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Stephen Davanzo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DATS 6501, Prof. Amir Jafari</a:t>
            </a:r>
            <a:endParaRPr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57"/>
          <p:cNvSpPr txBox="1"/>
          <p:nvPr>
            <p:ph type="title"/>
          </p:nvPr>
        </p:nvSpPr>
        <p:spPr>
          <a:xfrm>
            <a:off x="303700" y="355500"/>
            <a:ext cx="8421600" cy="119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300"/>
              <a:t>Problem Statement</a:t>
            </a:r>
            <a:endParaRPr sz="6300"/>
          </a:p>
        </p:txBody>
      </p:sp>
      <p:sp>
        <p:nvSpPr>
          <p:cNvPr id="365" name="Google Shape;365;p57"/>
          <p:cNvSpPr txBox="1"/>
          <p:nvPr>
            <p:ph idx="1" type="subTitle"/>
          </p:nvPr>
        </p:nvSpPr>
        <p:spPr>
          <a:xfrm>
            <a:off x="336450" y="1741650"/>
            <a:ext cx="4032300" cy="22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600"/>
              <a:t>This project develops supervised machine learning models to classify unattributed or ambiguously attributed violent events in Afghanistan between Taliban or ISIS-K using ACLED data from 2017–2021.</a:t>
            </a:r>
            <a:endParaRPr sz="1700"/>
          </a:p>
        </p:txBody>
      </p:sp>
      <p:pic>
        <p:nvPicPr>
          <p:cNvPr id="366" name="Google Shape;366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3000" y="1232675"/>
            <a:ext cx="3476775" cy="1738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46073" y="2971063"/>
            <a:ext cx="2203250" cy="16524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58"/>
          <p:cNvSpPr txBox="1"/>
          <p:nvPr>
            <p:ph type="title"/>
          </p:nvPr>
        </p:nvSpPr>
        <p:spPr>
          <a:xfrm>
            <a:off x="303700" y="355500"/>
            <a:ext cx="8421600" cy="119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300"/>
              <a:t>Project Goals</a:t>
            </a:r>
            <a:endParaRPr sz="6300"/>
          </a:p>
        </p:txBody>
      </p:sp>
      <p:sp>
        <p:nvSpPr>
          <p:cNvPr id="373" name="Google Shape;373;p58"/>
          <p:cNvSpPr txBox="1"/>
          <p:nvPr>
            <p:ph idx="1" type="subTitle"/>
          </p:nvPr>
        </p:nvSpPr>
        <p:spPr>
          <a:xfrm>
            <a:off x="259800" y="1328875"/>
            <a:ext cx="4032300" cy="27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 sz="1600"/>
              <a:t>Inform </a:t>
            </a:r>
            <a:r>
              <a:rPr lang="en" sz="1600"/>
              <a:t>qualitative</a:t>
            </a:r>
            <a:r>
              <a:rPr lang="en" sz="1600"/>
              <a:t> </a:t>
            </a:r>
            <a:r>
              <a:rPr lang="en" sz="1600"/>
              <a:t>analysis</a:t>
            </a:r>
            <a:r>
              <a:rPr lang="en" sz="1600"/>
              <a:t> with ML enabled feature </a:t>
            </a:r>
            <a:r>
              <a:rPr lang="en" sz="1600"/>
              <a:t>importance</a:t>
            </a:r>
            <a:r>
              <a:rPr lang="en" sz="1600"/>
              <a:t> testing.</a:t>
            </a:r>
            <a:endParaRPr sz="16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Test the feasibility of classifying attacks based on threat tactics/</a:t>
            </a:r>
            <a:r>
              <a:rPr lang="en" sz="1600"/>
              <a:t>description </a:t>
            </a:r>
            <a:r>
              <a:rPr lang="en" sz="1600"/>
              <a:t>(no spatial features).</a:t>
            </a:r>
            <a:endParaRPr sz="16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Deploy UI to assist in easy </a:t>
            </a:r>
            <a:r>
              <a:rPr lang="en" sz="1600"/>
              <a:t>classification</a:t>
            </a:r>
            <a:r>
              <a:rPr lang="en" sz="1600"/>
              <a:t> attacks</a:t>
            </a:r>
            <a:endParaRPr sz="1600"/>
          </a:p>
        </p:txBody>
      </p:sp>
      <p:pic>
        <p:nvPicPr>
          <p:cNvPr id="374" name="Google Shape;374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3000" y="1232675"/>
            <a:ext cx="3476775" cy="1738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46073" y="2971063"/>
            <a:ext cx="2203250" cy="16524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59"/>
          <p:cNvSpPr txBox="1"/>
          <p:nvPr>
            <p:ph type="title"/>
          </p:nvPr>
        </p:nvSpPr>
        <p:spPr>
          <a:xfrm>
            <a:off x="303700" y="355500"/>
            <a:ext cx="8421600" cy="119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300"/>
              <a:t>Data</a:t>
            </a:r>
            <a:endParaRPr sz="6300"/>
          </a:p>
        </p:txBody>
      </p:sp>
      <p:pic>
        <p:nvPicPr>
          <p:cNvPr id="381" name="Google Shape;381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2489" y="1207651"/>
            <a:ext cx="4340424" cy="260465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59"/>
          <p:cNvSpPr txBox="1"/>
          <p:nvPr/>
        </p:nvSpPr>
        <p:spPr>
          <a:xfrm>
            <a:off x="687450" y="1380425"/>
            <a:ext cx="48987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ACLED (Armed Conflict Location &amp; Event Data) serves to collect data on violent conflict and protest in all countries and territories in the world. </a:t>
            </a:r>
            <a:endParaRPr sz="13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3" name="Google Shape;383;p59"/>
          <p:cNvSpPr txBox="1"/>
          <p:nvPr/>
        </p:nvSpPr>
        <p:spPr>
          <a:xfrm>
            <a:off x="687400" y="2462300"/>
            <a:ext cx="5870400" cy="14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Char char="●"/>
            </a:pPr>
            <a:r>
              <a:rPr lang="en" sz="1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Whether the attacks targeted civilians</a:t>
            </a:r>
            <a:endParaRPr sz="12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Char char="●"/>
            </a:pPr>
            <a:r>
              <a:rPr lang="en" sz="1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The number of fatalities recorded</a:t>
            </a:r>
            <a:endParaRPr sz="12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Char char="●"/>
            </a:pPr>
            <a:r>
              <a:rPr lang="en" sz="1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The type of attack tactic</a:t>
            </a:r>
            <a:endParaRPr sz="12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Char char="●"/>
            </a:pPr>
            <a:r>
              <a:rPr lang="en" sz="1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The type of weapons used in a given attack</a:t>
            </a:r>
            <a:endParaRPr sz="12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Char char="●"/>
            </a:pPr>
            <a:r>
              <a:rPr lang="en" sz="1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The country of attack </a:t>
            </a:r>
            <a:endParaRPr sz="12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Char char="●"/>
            </a:pPr>
            <a:r>
              <a:rPr lang="en" sz="1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Unstructured</a:t>
            </a:r>
            <a:r>
              <a:rPr lang="en" sz="1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 text </a:t>
            </a:r>
            <a:r>
              <a:rPr lang="en" sz="1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describing</a:t>
            </a:r>
            <a:r>
              <a:rPr lang="en" sz="1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 the event</a:t>
            </a:r>
            <a:endParaRPr sz="12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60"/>
          <p:cNvSpPr txBox="1"/>
          <p:nvPr>
            <p:ph type="title"/>
          </p:nvPr>
        </p:nvSpPr>
        <p:spPr>
          <a:xfrm>
            <a:off x="303700" y="355500"/>
            <a:ext cx="8421600" cy="119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300"/>
              <a:t>Data Preprocessing</a:t>
            </a:r>
            <a:endParaRPr sz="6300"/>
          </a:p>
        </p:txBody>
      </p:sp>
      <p:sp>
        <p:nvSpPr>
          <p:cNvPr id="389" name="Google Shape;389;p60"/>
          <p:cNvSpPr txBox="1"/>
          <p:nvPr/>
        </p:nvSpPr>
        <p:spPr>
          <a:xfrm>
            <a:off x="564800" y="1394950"/>
            <a:ext cx="5870400" cy="25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Char char="●"/>
            </a:pPr>
            <a:r>
              <a:rPr lang="en" sz="1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Group name and location removal</a:t>
            </a:r>
            <a:endParaRPr sz="12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Char char="○"/>
            </a:pPr>
            <a:r>
              <a:rPr lang="en" sz="1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REGEX to strip names and location</a:t>
            </a:r>
            <a:endParaRPr sz="12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Char char="●"/>
            </a:pPr>
            <a:r>
              <a:rPr lang="en" sz="1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Create 23 domain specific features</a:t>
            </a:r>
            <a:endParaRPr sz="12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Char char="○"/>
            </a:pPr>
            <a:r>
              <a:rPr lang="en" sz="1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Examples..</a:t>
            </a:r>
            <a:endParaRPr sz="12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Char char="■"/>
            </a:pPr>
            <a:r>
              <a:rPr lang="en" sz="1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fatalities - discrete </a:t>
            </a:r>
            <a:endParaRPr sz="12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Char char="■"/>
            </a:pPr>
            <a:r>
              <a:rPr lang="en" sz="1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" sz="1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ivilian_targeting - binary flag</a:t>
            </a:r>
            <a:endParaRPr sz="12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Char char="■"/>
            </a:pPr>
            <a:r>
              <a:rPr lang="en" sz="1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Attack</a:t>
            </a:r>
            <a:r>
              <a:rPr lang="en" sz="1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 type (class/suicide bomb/IED) - one hot encode</a:t>
            </a:r>
            <a:endParaRPr sz="12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Char char="●"/>
            </a:pPr>
            <a:r>
              <a:rPr lang="en" sz="1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Sentence-</a:t>
            </a:r>
            <a:r>
              <a:rPr lang="en" sz="1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Transformer for 384-</a:t>
            </a:r>
            <a:r>
              <a:rPr lang="en" sz="1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dimensional</a:t>
            </a:r>
            <a:r>
              <a:rPr lang="en" sz="1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" sz="1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semantic</a:t>
            </a:r>
            <a:r>
              <a:rPr lang="en" sz="1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" sz="1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embeddings</a:t>
            </a:r>
            <a:r>
              <a:rPr lang="en" sz="1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61"/>
          <p:cNvSpPr txBox="1"/>
          <p:nvPr>
            <p:ph type="title"/>
          </p:nvPr>
        </p:nvSpPr>
        <p:spPr>
          <a:xfrm>
            <a:off x="303700" y="355500"/>
            <a:ext cx="8421600" cy="119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300"/>
              <a:t>Methods: Classical</a:t>
            </a:r>
            <a:endParaRPr sz="6300"/>
          </a:p>
        </p:txBody>
      </p:sp>
      <p:sp>
        <p:nvSpPr>
          <p:cNvPr id="395" name="Google Shape;395;p61"/>
          <p:cNvSpPr/>
          <p:nvPr>
            <p:ph idx="5" type="pic"/>
          </p:nvPr>
        </p:nvSpPr>
        <p:spPr>
          <a:xfrm>
            <a:off x="5229150" y="2509975"/>
            <a:ext cx="3914400" cy="2636400"/>
          </a:xfrm>
          <a:prstGeom prst="rect">
            <a:avLst/>
          </a:prstGeom>
        </p:spPr>
      </p:sp>
      <p:pic>
        <p:nvPicPr>
          <p:cNvPr id="396" name="Google Shape;396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100" y="1476860"/>
            <a:ext cx="8421601" cy="1525066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61"/>
          <p:cNvSpPr txBox="1"/>
          <p:nvPr/>
        </p:nvSpPr>
        <p:spPr>
          <a:xfrm>
            <a:off x="851500" y="3212050"/>
            <a:ext cx="6053400" cy="9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Char char="●"/>
            </a:pPr>
            <a:r>
              <a:rPr lang="en" sz="1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Seven </a:t>
            </a:r>
            <a:r>
              <a:rPr lang="en" sz="1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resampling</a:t>
            </a:r>
            <a:r>
              <a:rPr lang="en" sz="1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 stargetics tested: SMOTE, ADASYN, BorderlineSMOTE, SVM-SMOTE, RandomOverSampler, SMOTE-ENN, and SMOTE-Tomek</a:t>
            </a:r>
            <a:endParaRPr sz="12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Char char="●"/>
            </a:pPr>
            <a:r>
              <a:rPr lang="en" sz="1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Custom grid-search-like function for </a:t>
            </a:r>
            <a:r>
              <a:rPr lang="en" sz="1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hyperparameter</a:t>
            </a:r>
            <a:r>
              <a:rPr lang="en" sz="1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 choice</a:t>
            </a:r>
            <a:endParaRPr sz="12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62"/>
          <p:cNvSpPr txBox="1"/>
          <p:nvPr>
            <p:ph type="title"/>
          </p:nvPr>
        </p:nvSpPr>
        <p:spPr>
          <a:xfrm>
            <a:off x="303700" y="355500"/>
            <a:ext cx="8421600" cy="119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300"/>
              <a:t>Methods: BERT</a:t>
            </a:r>
            <a:endParaRPr sz="6300"/>
          </a:p>
        </p:txBody>
      </p:sp>
      <p:sp>
        <p:nvSpPr>
          <p:cNvPr id="403" name="Google Shape;403;p62"/>
          <p:cNvSpPr/>
          <p:nvPr>
            <p:ph idx="5" type="pic"/>
          </p:nvPr>
        </p:nvSpPr>
        <p:spPr>
          <a:xfrm>
            <a:off x="5229150" y="2509975"/>
            <a:ext cx="3914400" cy="2636400"/>
          </a:xfrm>
          <a:prstGeom prst="rect">
            <a:avLst/>
          </a:prstGeom>
        </p:spPr>
      </p:sp>
      <p:pic>
        <p:nvPicPr>
          <p:cNvPr id="404" name="Google Shape;404;p62" title="bert_classifier_arch_vertica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5600" y="1192750"/>
            <a:ext cx="1992550" cy="3525301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62"/>
          <p:cNvSpPr txBox="1"/>
          <p:nvPr/>
        </p:nvSpPr>
        <p:spPr>
          <a:xfrm>
            <a:off x="2035700" y="1270050"/>
            <a:ext cx="2788800" cy="30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Char char="●"/>
            </a:pPr>
            <a:r>
              <a:rPr b="1" lang="en" sz="1100">
                <a:solidFill>
                  <a:schemeClr val="lt1"/>
                </a:solidFill>
              </a:rPr>
              <a:t>Focal Loss (α=0.65, γ=2.0):</a:t>
            </a:r>
            <a:r>
              <a:rPr lang="en" sz="1100">
                <a:solidFill>
                  <a:schemeClr val="lt1"/>
                </a:solidFill>
              </a:rPr>
              <a:t> Down-weights loss from easily classified majority</a:t>
            </a:r>
            <a:endParaRPr sz="12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Char char="●"/>
            </a:pPr>
            <a:r>
              <a:rPr b="1" lang="en" sz="1100">
                <a:solidFill>
                  <a:schemeClr val="lt1"/>
                </a:solidFill>
              </a:rPr>
              <a:t>Batch Balancing:</a:t>
            </a:r>
            <a:r>
              <a:rPr lang="en" sz="1100">
                <a:solidFill>
                  <a:schemeClr val="lt1"/>
                </a:solidFill>
              </a:rPr>
              <a:t> Each training batch contains equal numbers of Taliban and ISIS-K examples through WeightedRandomSampler, preventing long runs of majority-class gradients</a:t>
            </a:r>
            <a:endParaRPr sz="12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63"/>
          <p:cNvSpPr txBox="1"/>
          <p:nvPr>
            <p:ph type="title"/>
          </p:nvPr>
        </p:nvSpPr>
        <p:spPr>
          <a:xfrm>
            <a:off x="303700" y="355500"/>
            <a:ext cx="8421600" cy="119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300"/>
              <a:t>Methods: Fusion</a:t>
            </a:r>
            <a:endParaRPr sz="6300"/>
          </a:p>
        </p:txBody>
      </p:sp>
      <p:sp>
        <p:nvSpPr>
          <p:cNvPr id="411" name="Google Shape;411;p63"/>
          <p:cNvSpPr/>
          <p:nvPr>
            <p:ph idx="5" type="pic"/>
          </p:nvPr>
        </p:nvSpPr>
        <p:spPr>
          <a:xfrm>
            <a:off x="5229150" y="2509975"/>
            <a:ext cx="3914400" cy="2636400"/>
          </a:xfrm>
          <a:prstGeom prst="rect">
            <a:avLst/>
          </a:prstGeom>
        </p:spPr>
      </p:sp>
      <p:pic>
        <p:nvPicPr>
          <p:cNvPr id="412" name="Google Shape;412;p63" title="feature_fusion_arch_vertica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4425" y="1155100"/>
            <a:ext cx="2195975" cy="3471950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63"/>
          <p:cNvSpPr txBox="1"/>
          <p:nvPr/>
        </p:nvSpPr>
        <p:spPr>
          <a:xfrm>
            <a:off x="1307100" y="1278450"/>
            <a:ext cx="2788800" cy="30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Char char="●"/>
            </a:pPr>
            <a:r>
              <a:rPr b="1" lang="en" sz="1100">
                <a:solidFill>
                  <a:schemeClr val="lt1"/>
                </a:solidFill>
              </a:rPr>
              <a:t>BERT Embeddings:</a:t>
            </a:r>
            <a:r>
              <a:rPr lang="en" sz="1100">
                <a:solidFill>
                  <a:schemeClr val="lt1"/>
                </a:solidFill>
              </a:rPr>
              <a:t> Event description processed through fine-tuned BERT to generate 768-dimensional [CLS] token representation</a:t>
            </a:r>
            <a:endParaRPr sz="12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Char char="●"/>
            </a:pPr>
            <a:r>
              <a:rPr b="1" lang="en" sz="1100">
                <a:solidFill>
                  <a:schemeClr val="lt1"/>
                </a:solidFill>
              </a:rPr>
              <a:t>Feature Processing:</a:t>
            </a:r>
            <a:r>
              <a:rPr lang="en" sz="1100">
                <a:solidFill>
                  <a:schemeClr val="lt1"/>
                </a:solidFill>
              </a:rPr>
              <a:t> The 23 manual features pass through a dense layer (23 → 128 dimensions) with ReLU activation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n" sz="1100">
                <a:solidFill>
                  <a:schemeClr val="lt1"/>
                </a:solidFill>
              </a:rPr>
              <a:t>Intelligent Fusion:</a:t>
            </a:r>
            <a:r>
              <a:rPr lang="en" sz="1100">
                <a:solidFill>
                  <a:schemeClr val="lt1"/>
                </a:solidFill>
              </a:rPr>
              <a:t> Concatenated representations [768 + 128 = 896] feed into fusion layers [256 → 128 → 2] with batch normalization and dropout (0.3)</a:t>
            </a:r>
            <a:endParaRPr sz="1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64"/>
          <p:cNvSpPr txBox="1"/>
          <p:nvPr>
            <p:ph type="title"/>
          </p:nvPr>
        </p:nvSpPr>
        <p:spPr>
          <a:xfrm>
            <a:off x="303700" y="355500"/>
            <a:ext cx="8421600" cy="119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300"/>
              <a:t>Results</a:t>
            </a:r>
            <a:endParaRPr sz="6300"/>
          </a:p>
        </p:txBody>
      </p:sp>
      <p:pic>
        <p:nvPicPr>
          <p:cNvPr id="419" name="Google Shape;419;p64"/>
          <p:cNvPicPr preferRelativeResize="0"/>
          <p:nvPr/>
        </p:nvPicPr>
        <p:blipFill rotWithShape="1">
          <a:blip r:embed="rId3">
            <a:alphaModFix/>
          </a:blip>
          <a:srcRect b="0" l="0" r="487" t="3091"/>
          <a:stretch/>
        </p:blipFill>
        <p:spPr>
          <a:xfrm>
            <a:off x="205937" y="1203550"/>
            <a:ext cx="8617125" cy="1587675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64"/>
          <p:cNvSpPr txBox="1"/>
          <p:nvPr/>
        </p:nvSpPr>
        <p:spPr>
          <a:xfrm>
            <a:off x="1133225" y="2871375"/>
            <a:ext cx="70032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The models demonstrate a fundamental precision-recall trade-off. </a:t>
            </a:r>
            <a:r>
              <a:rPr b="1" lang="en"/>
              <a:t>Classical models achieve highest recall (79.8%) but lowest precision (28.1%</a:t>
            </a:r>
            <a:r>
              <a:rPr lang="en"/>
              <a:t>), meaning they catch most ISIS-K attacks but generate many false alarms. </a:t>
            </a:r>
            <a:r>
              <a:rPr b="1" lang="en"/>
              <a:t>BERT provides the best balance with 79.1% precision and 64.7% recall</a:t>
            </a:r>
            <a:r>
              <a:rPr lang="en"/>
              <a:t>. </a:t>
            </a:r>
            <a:r>
              <a:rPr b="1" lang="en"/>
              <a:t>Feature fusion </a:t>
            </a:r>
            <a:r>
              <a:rPr lang="en"/>
              <a:t>offers a middle ground with </a:t>
            </a:r>
            <a:r>
              <a:rPr b="1" lang="en"/>
              <a:t>19% higher recall </a:t>
            </a:r>
            <a:r>
              <a:rPr lang="en"/>
              <a:t>than BERT while maintaining</a:t>
            </a:r>
            <a:r>
              <a:rPr b="1" lang="en"/>
              <a:t> reasonable precision</a:t>
            </a:r>
            <a:r>
              <a:rPr lang="en"/>
              <a:t>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65"/>
          <p:cNvSpPr txBox="1"/>
          <p:nvPr>
            <p:ph type="title"/>
          </p:nvPr>
        </p:nvSpPr>
        <p:spPr>
          <a:xfrm>
            <a:off x="303700" y="355500"/>
            <a:ext cx="8421600" cy="119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600"/>
              <a:t>Results: Classical Models</a:t>
            </a:r>
            <a:endParaRPr sz="4600"/>
          </a:p>
        </p:txBody>
      </p:sp>
      <p:pic>
        <p:nvPicPr>
          <p:cNvPr id="426" name="Google Shape;426;p65"/>
          <p:cNvPicPr preferRelativeResize="0"/>
          <p:nvPr/>
        </p:nvPicPr>
        <p:blipFill rotWithShape="1">
          <a:blip r:embed="rId3">
            <a:alphaModFix/>
          </a:blip>
          <a:srcRect b="0" l="0" r="0" t="2047"/>
          <a:stretch/>
        </p:blipFill>
        <p:spPr>
          <a:xfrm>
            <a:off x="1600200" y="912850"/>
            <a:ext cx="5943600" cy="2228850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65"/>
          <p:cNvSpPr txBox="1"/>
          <p:nvPr/>
        </p:nvSpPr>
        <p:spPr>
          <a:xfrm>
            <a:off x="1174050" y="3195425"/>
            <a:ext cx="70521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">
                <a:solidFill>
                  <a:schemeClr val="lt1"/>
                </a:solidFill>
              </a:rPr>
              <a:t>SVM-SMOTE consistently outperforms other resampling methods</a:t>
            </a: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">
                <a:solidFill>
                  <a:schemeClr val="lt1"/>
                </a:solidFill>
              </a:rPr>
              <a:t>Best classical: XGBoost + SVM-SMOTE (macro F1 = 0.485)</a:t>
            </a: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">
                <a:solidFill>
                  <a:schemeClr val="lt1"/>
                </a:solidFill>
              </a:rPr>
              <a:t>Still substantially underperforms transformers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</a:rPr>
              <a:t>SVM-SMOTE generates synthetic samples at decision boundaries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66"/>
          <p:cNvSpPr txBox="1"/>
          <p:nvPr>
            <p:ph type="title"/>
          </p:nvPr>
        </p:nvSpPr>
        <p:spPr>
          <a:xfrm>
            <a:off x="303700" y="355500"/>
            <a:ext cx="8421600" cy="119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600"/>
              <a:t>Results: Classical Models</a:t>
            </a:r>
            <a:endParaRPr sz="4600"/>
          </a:p>
        </p:txBody>
      </p:sp>
      <p:pic>
        <p:nvPicPr>
          <p:cNvPr id="433" name="Google Shape;433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5300" y="1028713"/>
            <a:ext cx="3546424" cy="3086075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66"/>
          <p:cNvSpPr txBox="1"/>
          <p:nvPr/>
        </p:nvSpPr>
        <p:spPr>
          <a:xfrm>
            <a:off x="782475" y="2195300"/>
            <a:ext cx="4840800" cy="25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"/>
              <a:buChar char="●"/>
            </a:pPr>
            <a:r>
              <a:rPr lang="en" sz="17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XGBoost achieves highest recall: 79.8% (163 of 204 ISIS-K detected)</a:t>
            </a:r>
            <a:endParaRPr sz="17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Cost: very low precision 28.1% (72% false positives)</a:t>
            </a:r>
            <a:endParaRPr sz="17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Good for initial screening where missing attacks is costly</a:t>
            </a:r>
            <a:endParaRPr sz="17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Requires subsequent verification before action</a:t>
            </a:r>
            <a:endParaRPr sz="17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67"/>
          <p:cNvSpPr txBox="1"/>
          <p:nvPr>
            <p:ph type="title"/>
          </p:nvPr>
        </p:nvSpPr>
        <p:spPr>
          <a:xfrm>
            <a:off x="303700" y="355500"/>
            <a:ext cx="8421600" cy="119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4600"/>
              <a:t>Results: BERT</a:t>
            </a:r>
            <a:endParaRPr sz="4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300"/>
          </a:p>
        </p:txBody>
      </p:sp>
      <p:pic>
        <p:nvPicPr>
          <p:cNvPr id="440" name="Google Shape;440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93700" y="1045250"/>
            <a:ext cx="3637050" cy="319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68"/>
          <p:cNvSpPr txBox="1"/>
          <p:nvPr>
            <p:ph type="title"/>
          </p:nvPr>
        </p:nvSpPr>
        <p:spPr>
          <a:xfrm>
            <a:off x="303700" y="355500"/>
            <a:ext cx="8421600" cy="119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4600"/>
              <a:t>Results: Feature Fusion</a:t>
            </a:r>
            <a:endParaRPr sz="4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300"/>
          </a:p>
        </p:txBody>
      </p:sp>
      <p:pic>
        <p:nvPicPr>
          <p:cNvPr id="446" name="Google Shape;446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17175" y="950775"/>
            <a:ext cx="3911725" cy="3441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69"/>
          <p:cNvSpPr txBox="1"/>
          <p:nvPr>
            <p:ph type="title"/>
          </p:nvPr>
        </p:nvSpPr>
        <p:spPr>
          <a:xfrm>
            <a:off x="303700" y="355500"/>
            <a:ext cx="8421600" cy="119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300"/>
              <a:t>XAI</a:t>
            </a:r>
            <a:endParaRPr sz="63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70"/>
          <p:cNvSpPr txBox="1"/>
          <p:nvPr>
            <p:ph type="title"/>
          </p:nvPr>
        </p:nvSpPr>
        <p:spPr>
          <a:xfrm>
            <a:off x="303700" y="355500"/>
            <a:ext cx="8421600" cy="119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300"/>
              <a:t>XAI: Classical</a:t>
            </a:r>
            <a:endParaRPr sz="6300"/>
          </a:p>
        </p:txBody>
      </p:sp>
      <p:pic>
        <p:nvPicPr>
          <p:cNvPr id="457" name="Google Shape;457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07513" y="1110375"/>
            <a:ext cx="4785175" cy="3167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71"/>
          <p:cNvSpPr txBox="1"/>
          <p:nvPr>
            <p:ph type="title"/>
          </p:nvPr>
        </p:nvSpPr>
        <p:spPr>
          <a:xfrm>
            <a:off x="303700" y="355500"/>
            <a:ext cx="8421600" cy="119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300"/>
              <a:t>XAI: Classical</a:t>
            </a:r>
            <a:endParaRPr sz="6300"/>
          </a:p>
        </p:txBody>
      </p:sp>
      <p:pic>
        <p:nvPicPr>
          <p:cNvPr id="463" name="Google Shape;463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6250" y="1207022"/>
            <a:ext cx="4636499" cy="30687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72"/>
          <p:cNvSpPr txBox="1"/>
          <p:nvPr>
            <p:ph type="title"/>
          </p:nvPr>
        </p:nvSpPr>
        <p:spPr>
          <a:xfrm>
            <a:off x="303700" y="355500"/>
            <a:ext cx="8421600" cy="119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300"/>
              <a:t>XAI: BERT</a:t>
            </a:r>
            <a:endParaRPr sz="6300"/>
          </a:p>
        </p:txBody>
      </p:sp>
      <p:pic>
        <p:nvPicPr>
          <p:cNvPr id="469" name="Google Shape;469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8150" y="1237249"/>
            <a:ext cx="6725350" cy="33303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73"/>
          <p:cNvSpPr txBox="1"/>
          <p:nvPr>
            <p:ph type="title"/>
          </p:nvPr>
        </p:nvSpPr>
        <p:spPr>
          <a:xfrm>
            <a:off x="303700" y="355500"/>
            <a:ext cx="8421600" cy="119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300"/>
              <a:t>XAI: Feature Fusion</a:t>
            </a:r>
            <a:endParaRPr sz="6300"/>
          </a:p>
        </p:txBody>
      </p:sp>
      <p:pic>
        <p:nvPicPr>
          <p:cNvPr id="475" name="Google Shape;475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13650" y="1119950"/>
            <a:ext cx="4972899" cy="388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4"/>
          <p:cNvSpPr txBox="1"/>
          <p:nvPr>
            <p:ph type="title"/>
          </p:nvPr>
        </p:nvSpPr>
        <p:spPr>
          <a:xfrm>
            <a:off x="303700" y="355500"/>
            <a:ext cx="8421600" cy="119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300"/>
              <a:t>Conclusion</a:t>
            </a:r>
            <a:endParaRPr sz="6300"/>
          </a:p>
        </p:txBody>
      </p:sp>
      <p:pic>
        <p:nvPicPr>
          <p:cNvPr id="481" name="Google Shape;481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13650" y="1119950"/>
            <a:ext cx="4972899" cy="388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roduct Roadmap">
  <a:themeElements>
    <a:clrScheme name="Simple Light">
      <a:dk1>
        <a:srgbClr val="D32600"/>
      </a:dk1>
      <a:lt1>
        <a:srgbClr val="000000"/>
      </a:lt1>
      <a:dk2>
        <a:srgbClr val="FFFFFF"/>
      </a:dk2>
      <a:lt2>
        <a:srgbClr val="E57360"/>
      </a:lt2>
      <a:accent1>
        <a:srgbClr val="666666"/>
      </a:accent1>
      <a:accent2>
        <a:srgbClr val="B7B7B7"/>
      </a:accent2>
      <a:accent3>
        <a:srgbClr val="EFEFEF"/>
      </a:accent3>
      <a:accent4>
        <a:srgbClr val="F9EDE5"/>
      </a:accent4>
      <a:accent5>
        <a:srgbClr val="F3F3F3"/>
      </a:accent5>
      <a:accent6>
        <a:srgbClr val="F7F7F7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